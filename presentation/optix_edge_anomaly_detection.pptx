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4" r:id="rId6"/>
    <p:sldId id="2585" r:id="rId7"/>
    <p:sldId id="2586" r:id="rId8"/>
    <p:sldId id="2589" r:id="rId9"/>
    <p:sldId id="2590" r:id="rId10"/>
    <p:sldId id="2591" r:id="rId11"/>
    <p:sldId id="2592" r:id="rId12"/>
    <p:sldId id="2593" r:id="rId13"/>
    <p:sldId id="2594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506B"/>
    <a:srgbClr val="0090D2"/>
    <a:srgbClr val="3B546D"/>
    <a:srgbClr val="323E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200EB-FCDA-44E5-BDBB-DE148F2EF50B}" v="16" dt="2026-04-15T12:55:26.6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944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VARIOLO" userId="f805c4fb-106e-4855-9126-d645478bff85" providerId="ADAL" clId="{97E200EB-FCDA-44E5-BDBB-DE148F2EF50B}"/>
    <pc:docChg chg="undo redo custSel addSld delSld modSld sldOrd">
      <pc:chgData name="MASSIMO VARIOLO" userId="f805c4fb-106e-4855-9126-d645478bff85" providerId="ADAL" clId="{97E200EB-FCDA-44E5-BDBB-DE148F2EF50B}" dt="2026-04-15T12:55:26.627" v="734" actId="2711"/>
      <pc:docMkLst>
        <pc:docMk/>
      </pc:docMkLst>
      <pc:sldChg chg="modSp mod">
        <pc:chgData name="MASSIMO VARIOLO" userId="f805c4fb-106e-4855-9126-d645478bff85" providerId="ADAL" clId="{97E200EB-FCDA-44E5-BDBB-DE148F2EF50B}" dt="2026-04-15T12:17:20.479" v="46" actId="14100"/>
        <pc:sldMkLst>
          <pc:docMk/>
          <pc:sldMk cId="2571379994" sldId="256"/>
        </pc:sldMkLst>
        <pc:spChg chg="mod">
          <ac:chgData name="MASSIMO VARIOLO" userId="f805c4fb-106e-4855-9126-d645478bff85" providerId="ADAL" clId="{97E200EB-FCDA-44E5-BDBB-DE148F2EF50B}" dt="2026-04-15T12:17:20.479" v="46" actId="14100"/>
          <ac:spMkLst>
            <pc:docMk/>
            <pc:sldMk cId="2571379994" sldId="256"/>
            <ac:spMk id="3" creationId="{49A24649-0F58-3F51-F191-E2EB6D29B800}"/>
          </ac:spMkLst>
        </pc:spChg>
      </pc:sldChg>
      <pc:sldChg chg="del">
        <pc:chgData name="MASSIMO VARIOLO" userId="f805c4fb-106e-4855-9126-d645478bff85" providerId="ADAL" clId="{97E200EB-FCDA-44E5-BDBB-DE148F2EF50B}" dt="2026-04-15T12:29:09.804" v="405" actId="2696"/>
        <pc:sldMkLst>
          <pc:docMk/>
          <pc:sldMk cId="2829887175" sldId="2563"/>
        </pc:sldMkLst>
      </pc:sldChg>
      <pc:sldChg chg="del">
        <pc:chgData name="MASSIMO VARIOLO" userId="f805c4fb-106e-4855-9126-d645478bff85" providerId="ADAL" clId="{97E200EB-FCDA-44E5-BDBB-DE148F2EF50B}" dt="2026-04-15T12:21:45.791" v="200" actId="47"/>
        <pc:sldMkLst>
          <pc:docMk/>
          <pc:sldMk cId="298957981" sldId="2565"/>
        </pc:sldMkLst>
      </pc:sldChg>
      <pc:sldChg chg="del">
        <pc:chgData name="MASSIMO VARIOLO" userId="f805c4fb-106e-4855-9126-d645478bff85" providerId="ADAL" clId="{97E200EB-FCDA-44E5-BDBB-DE148F2EF50B}" dt="2026-04-15T12:21:45.110" v="199" actId="47"/>
        <pc:sldMkLst>
          <pc:docMk/>
          <pc:sldMk cId="2780001775" sldId="2567"/>
        </pc:sldMkLst>
      </pc:sldChg>
      <pc:sldChg chg="addSp delSp modSp del mod ord">
        <pc:chgData name="MASSIMO VARIOLO" userId="f805c4fb-106e-4855-9126-d645478bff85" providerId="ADAL" clId="{97E200EB-FCDA-44E5-BDBB-DE148F2EF50B}" dt="2026-04-15T12:28:05.353" v="403" actId="2696"/>
        <pc:sldMkLst>
          <pc:docMk/>
          <pc:sldMk cId="3234706754" sldId="2569"/>
        </pc:sldMkLst>
        <pc:spChg chg="del mod">
          <ac:chgData name="MASSIMO VARIOLO" userId="f805c4fb-106e-4855-9126-d645478bff85" providerId="ADAL" clId="{97E200EB-FCDA-44E5-BDBB-DE148F2EF50B}" dt="2026-04-15T12:25:32.761" v="315" actId="478"/>
          <ac:spMkLst>
            <pc:docMk/>
            <pc:sldMk cId="3234706754" sldId="2569"/>
            <ac:spMk id="2" creationId="{583B5AEA-7CD8-A518-8B7B-8519A992638C}"/>
          </ac:spMkLst>
        </pc:spChg>
        <pc:spChg chg="add mod">
          <ac:chgData name="MASSIMO VARIOLO" userId="f805c4fb-106e-4855-9126-d645478bff85" providerId="ADAL" clId="{97E200EB-FCDA-44E5-BDBB-DE148F2EF50B}" dt="2026-04-15T12:26:59.617" v="351" actId="1076"/>
          <ac:spMkLst>
            <pc:docMk/>
            <pc:sldMk cId="3234706754" sldId="2569"/>
            <ac:spMk id="4" creationId="{44729B40-E3A0-FE50-B734-1641DCC7DB72}"/>
          </ac:spMkLst>
        </pc:spChg>
        <pc:spChg chg="add del mod">
          <ac:chgData name="MASSIMO VARIOLO" userId="f805c4fb-106e-4855-9126-d645478bff85" providerId="ADAL" clId="{97E200EB-FCDA-44E5-BDBB-DE148F2EF50B}" dt="2026-04-15T12:25:11.207" v="304" actId="478"/>
          <ac:spMkLst>
            <pc:docMk/>
            <pc:sldMk cId="3234706754" sldId="2569"/>
            <ac:spMk id="6" creationId="{B1CAC19C-8250-4727-9AC2-2A3235041060}"/>
          </ac:spMkLst>
        </pc:spChg>
        <pc:spChg chg="add del mod">
          <ac:chgData name="MASSIMO VARIOLO" userId="f805c4fb-106e-4855-9126-d645478bff85" providerId="ADAL" clId="{97E200EB-FCDA-44E5-BDBB-DE148F2EF50B}" dt="2026-04-15T12:25:34.844" v="316" actId="478"/>
          <ac:spMkLst>
            <pc:docMk/>
            <pc:sldMk cId="3234706754" sldId="2569"/>
            <ac:spMk id="8" creationId="{F3121674-CF46-1CCE-BE40-2A835865D2FF}"/>
          </ac:spMkLst>
        </pc:spChg>
        <pc:spChg chg="add del mod">
          <ac:chgData name="MASSIMO VARIOLO" userId="f805c4fb-106e-4855-9126-d645478bff85" providerId="ADAL" clId="{97E200EB-FCDA-44E5-BDBB-DE148F2EF50B}" dt="2026-04-15T12:26:26.213" v="337" actId="478"/>
          <ac:spMkLst>
            <pc:docMk/>
            <pc:sldMk cId="3234706754" sldId="2569"/>
            <ac:spMk id="10" creationId="{BDB1E727-CCD2-5DB0-D9DD-C14A42D31547}"/>
          </ac:spMkLst>
        </pc:spChg>
        <pc:spChg chg="mod">
          <ac:chgData name="MASSIMO VARIOLO" userId="f805c4fb-106e-4855-9126-d645478bff85" providerId="ADAL" clId="{97E200EB-FCDA-44E5-BDBB-DE148F2EF50B}" dt="2026-04-15T12:24:34.755" v="295" actId="404"/>
          <ac:spMkLst>
            <pc:docMk/>
            <pc:sldMk cId="3234706754" sldId="2569"/>
            <ac:spMk id="12" creationId="{067FA6CA-0D3E-5D46-EA3F-A33685674C7E}"/>
          </ac:spMkLst>
        </pc:spChg>
        <pc:spChg chg="del">
          <ac:chgData name="MASSIMO VARIOLO" userId="f805c4fb-106e-4855-9126-d645478bff85" providerId="ADAL" clId="{97E200EB-FCDA-44E5-BDBB-DE148F2EF50B}" dt="2026-04-15T12:25:47.918" v="320" actId="478"/>
          <ac:spMkLst>
            <pc:docMk/>
            <pc:sldMk cId="3234706754" sldId="2569"/>
            <ac:spMk id="13" creationId="{E3FA1133-FA79-C231-AA25-E663FE78459C}"/>
          </ac:spMkLst>
        </pc:spChg>
        <pc:spChg chg="del">
          <ac:chgData name="MASSIMO VARIOLO" userId="f805c4fb-106e-4855-9126-d645478bff85" providerId="ADAL" clId="{97E200EB-FCDA-44E5-BDBB-DE148F2EF50B}" dt="2026-04-15T12:25:47.918" v="320" actId="478"/>
          <ac:spMkLst>
            <pc:docMk/>
            <pc:sldMk cId="3234706754" sldId="2569"/>
            <ac:spMk id="14" creationId="{E5908633-3633-B409-0DC8-07051302918B}"/>
          </ac:spMkLst>
        </pc:spChg>
        <pc:spChg chg="del">
          <ac:chgData name="MASSIMO VARIOLO" userId="f805c4fb-106e-4855-9126-d645478bff85" providerId="ADAL" clId="{97E200EB-FCDA-44E5-BDBB-DE148F2EF50B}" dt="2026-04-15T12:25:49.630" v="321" actId="478"/>
          <ac:spMkLst>
            <pc:docMk/>
            <pc:sldMk cId="3234706754" sldId="2569"/>
            <ac:spMk id="15" creationId="{1B8CF3D3-F095-3660-704A-853F5B5D5648}"/>
          </ac:spMkLst>
        </pc:spChg>
        <pc:spChg chg="del">
          <ac:chgData name="MASSIMO VARIOLO" userId="f805c4fb-106e-4855-9126-d645478bff85" providerId="ADAL" clId="{97E200EB-FCDA-44E5-BDBB-DE148F2EF50B}" dt="2026-04-15T12:25:49.630" v="321" actId="478"/>
          <ac:spMkLst>
            <pc:docMk/>
            <pc:sldMk cId="3234706754" sldId="2569"/>
            <ac:spMk id="16" creationId="{03AC84BD-A0D5-AF91-6069-B2A876EE9F8F}"/>
          </ac:spMkLst>
        </pc:spChg>
        <pc:spChg chg="del mod">
          <ac:chgData name="MASSIMO VARIOLO" userId="f805c4fb-106e-4855-9126-d645478bff85" providerId="ADAL" clId="{97E200EB-FCDA-44E5-BDBB-DE148F2EF50B}" dt="2026-04-15T12:24:59.622" v="299" actId="478"/>
          <ac:spMkLst>
            <pc:docMk/>
            <pc:sldMk cId="3234706754" sldId="2569"/>
            <ac:spMk id="17" creationId="{4BEFA087-7F4A-EEDF-07B8-1285591ED820}"/>
          </ac:spMkLst>
        </pc:spChg>
        <pc:spChg chg="del mod">
          <ac:chgData name="MASSIMO VARIOLO" userId="f805c4fb-106e-4855-9126-d645478bff85" providerId="ADAL" clId="{97E200EB-FCDA-44E5-BDBB-DE148F2EF50B}" dt="2026-04-15T12:24:57.734" v="298" actId="478"/>
          <ac:spMkLst>
            <pc:docMk/>
            <pc:sldMk cId="3234706754" sldId="2569"/>
            <ac:spMk id="18" creationId="{5EBFF5BD-3A01-657D-8DB2-4C81A2B7B3BA}"/>
          </ac:spMkLst>
        </pc:spChg>
        <pc:spChg chg="del">
          <ac:chgData name="MASSIMO VARIOLO" userId="f805c4fb-106e-4855-9126-d645478bff85" providerId="ADAL" clId="{97E200EB-FCDA-44E5-BDBB-DE148F2EF50B}" dt="2026-04-15T12:25:54.178" v="323" actId="478"/>
          <ac:spMkLst>
            <pc:docMk/>
            <pc:sldMk cId="3234706754" sldId="2569"/>
            <ac:spMk id="19" creationId="{9534A5E3-BA81-F6E1-4E1E-3658E49B8FE6}"/>
          </ac:spMkLst>
        </pc:spChg>
        <pc:spChg chg="del">
          <ac:chgData name="MASSIMO VARIOLO" userId="f805c4fb-106e-4855-9126-d645478bff85" providerId="ADAL" clId="{97E200EB-FCDA-44E5-BDBB-DE148F2EF50B}" dt="2026-04-15T12:25:53.036" v="322" actId="478"/>
          <ac:spMkLst>
            <pc:docMk/>
            <pc:sldMk cId="3234706754" sldId="2569"/>
            <ac:spMk id="20" creationId="{B5D36E07-3FBC-17D9-4F24-787736BF661C}"/>
          </ac:spMkLst>
        </pc:spChg>
        <pc:spChg chg="add del mod">
          <ac:chgData name="MASSIMO VARIOLO" userId="f805c4fb-106e-4855-9126-d645478bff85" providerId="ADAL" clId="{97E200EB-FCDA-44E5-BDBB-DE148F2EF50B}" dt="2026-04-15T12:26:26.213" v="337" actId="478"/>
          <ac:spMkLst>
            <pc:docMk/>
            <pc:sldMk cId="3234706754" sldId="2569"/>
            <ac:spMk id="21" creationId="{E6DB03F1-F377-1B0B-9273-53D2CA5EBF4E}"/>
          </ac:spMkLst>
        </pc:spChg>
        <pc:spChg chg="add del mod">
          <ac:chgData name="MASSIMO VARIOLO" userId="f805c4fb-106e-4855-9126-d645478bff85" providerId="ADAL" clId="{97E200EB-FCDA-44E5-BDBB-DE148F2EF50B}" dt="2026-04-15T12:26:27.950" v="338" actId="478"/>
          <ac:spMkLst>
            <pc:docMk/>
            <pc:sldMk cId="3234706754" sldId="2569"/>
            <ac:spMk id="23" creationId="{9C1C90BA-7836-DED3-1F60-FB2450510CC5}"/>
          </ac:spMkLst>
        </pc:spChg>
        <pc:spChg chg="add del mod">
          <ac:chgData name="MASSIMO VARIOLO" userId="f805c4fb-106e-4855-9126-d645478bff85" providerId="ADAL" clId="{97E200EB-FCDA-44E5-BDBB-DE148F2EF50B}" dt="2026-04-15T12:26:27.950" v="338" actId="478"/>
          <ac:spMkLst>
            <pc:docMk/>
            <pc:sldMk cId="3234706754" sldId="2569"/>
            <ac:spMk id="25" creationId="{E4E8B366-8FCC-5C98-F458-3F194DB9E0D9}"/>
          </ac:spMkLst>
        </pc:spChg>
        <pc:spChg chg="add del mod">
          <ac:chgData name="MASSIMO VARIOLO" userId="f805c4fb-106e-4855-9126-d645478bff85" providerId="ADAL" clId="{97E200EB-FCDA-44E5-BDBB-DE148F2EF50B}" dt="2026-04-15T12:26:31.034" v="340" actId="478"/>
          <ac:spMkLst>
            <pc:docMk/>
            <pc:sldMk cId="3234706754" sldId="2569"/>
            <ac:spMk id="27" creationId="{22757099-6FAA-2A5C-3EA6-98D0E217FE32}"/>
          </ac:spMkLst>
        </pc:spChg>
        <pc:spChg chg="add del mod">
          <ac:chgData name="MASSIMO VARIOLO" userId="f805c4fb-106e-4855-9126-d645478bff85" providerId="ADAL" clId="{97E200EB-FCDA-44E5-BDBB-DE148F2EF50B}" dt="2026-04-15T12:26:31.034" v="340" actId="478"/>
          <ac:spMkLst>
            <pc:docMk/>
            <pc:sldMk cId="3234706754" sldId="2569"/>
            <ac:spMk id="29" creationId="{93023BEF-C392-CB48-46E7-8629E5D5C4FB}"/>
          </ac:spMkLst>
        </pc:spChg>
        <pc:spChg chg="add del mod">
          <ac:chgData name="MASSIMO VARIOLO" userId="f805c4fb-106e-4855-9126-d645478bff85" providerId="ADAL" clId="{97E200EB-FCDA-44E5-BDBB-DE148F2EF50B}" dt="2026-04-15T12:26:29.257" v="339" actId="478"/>
          <ac:spMkLst>
            <pc:docMk/>
            <pc:sldMk cId="3234706754" sldId="2569"/>
            <ac:spMk id="31" creationId="{BB36D0E0-4106-F64B-0B98-B6E1147B938C}"/>
          </ac:spMkLst>
        </pc:spChg>
        <pc:spChg chg="add mod">
          <ac:chgData name="MASSIMO VARIOLO" userId="f805c4fb-106e-4855-9126-d645478bff85" providerId="ADAL" clId="{97E200EB-FCDA-44E5-BDBB-DE148F2EF50B}" dt="2026-04-15T12:27:19.906" v="373" actId="20577"/>
          <ac:spMkLst>
            <pc:docMk/>
            <pc:sldMk cId="3234706754" sldId="2569"/>
            <ac:spMk id="32" creationId="{4F1504AD-DD16-CCB2-9B59-51773E9FAE7E}"/>
          </ac:spMkLst>
        </pc:spChg>
        <pc:spChg chg="add mod">
          <ac:chgData name="MASSIMO VARIOLO" userId="f805c4fb-106e-4855-9126-d645478bff85" providerId="ADAL" clId="{97E200EB-FCDA-44E5-BDBB-DE148F2EF50B}" dt="2026-04-15T12:27:34.539" v="376" actId="14100"/>
          <ac:spMkLst>
            <pc:docMk/>
            <pc:sldMk cId="3234706754" sldId="2569"/>
            <ac:spMk id="33" creationId="{42AFF6F5-9294-9261-D3E9-C21935C960E3}"/>
          </ac:spMkLst>
        </pc:spChg>
        <pc:spChg chg="add mod">
          <ac:chgData name="MASSIMO VARIOLO" userId="f805c4fb-106e-4855-9126-d645478bff85" providerId="ADAL" clId="{97E200EB-FCDA-44E5-BDBB-DE148F2EF50B}" dt="2026-04-15T12:26:45.257" v="346" actId="1076"/>
          <ac:spMkLst>
            <pc:docMk/>
            <pc:sldMk cId="3234706754" sldId="2569"/>
            <ac:spMk id="34" creationId="{C14B7F7D-B4A6-E17E-A970-46804849B02B}"/>
          </ac:spMkLst>
        </pc:spChg>
      </pc:sldChg>
      <pc:sldChg chg="del">
        <pc:chgData name="MASSIMO VARIOLO" userId="f805c4fb-106e-4855-9126-d645478bff85" providerId="ADAL" clId="{97E200EB-FCDA-44E5-BDBB-DE148F2EF50B}" dt="2026-04-15T12:21:51.152" v="201" actId="47"/>
        <pc:sldMkLst>
          <pc:docMk/>
          <pc:sldMk cId="1576006145" sldId="2571"/>
        </pc:sldMkLst>
      </pc:sldChg>
      <pc:sldChg chg="del">
        <pc:chgData name="MASSIMO VARIOLO" userId="f805c4fb-106e-4855-9126-d645478bff85" providerId="ADAL" clId="{97E200EB-FCDA-44E5-BDBB-DE148F2EF50B}" dt="2026-04-15T12:21:42.742" v="198" actId="47"/>
        <pc:sldMkLst>
          <pc:docMk/>
          <pc:sldMk cId="1630031522" sldId="2573"/>
        </pc:sldMkLst>
      </pc:sldChg>
      <pc:sldChg chg="del">
        <pc:chgData name="MASSIMO VARIOLO" userId="f805c4fb-106e-4855-9126-d645478bff85" providerId="ADAL" clId="{97E200EB-FCDA-44E5-BDBB-DE148F2EF50B}" dt="2026-04-15T12:21:53.818" v="202" actId="47"/>
        <pc:sldMkLst>
          <pc:docMk/>
          <pc:sldMk cId="3719637811" sldId="2577"/>
        </pc:sldMkLst>
      </pc:sldChg>
      <pc:sldChg chg="del">
        <pc:chgData name="MASSIMO VARIOLO" userId="f805c4fb-106e-4855-9126-d645478bff85" providerId="ADAL" clId="{97E200EB-FCDA-44E5-BDBB-DE148F2EF50B}" dt="2026-04-15T12:29:11.433" v="406" actId="2696"/>
        <pc:sldMkLst>
          <pc:docMk/>
          <pc:sldMk cId="3343829986" sldId="2583"/>
        </pc:sldMkLst>
      </pc:sldChg>
      <pc:sldChg chg="addSp delSp modSp mod setBg modClrScheme chgLayout">
        <pc:chgData name="MASSIMO VARIOLO" userId="f805c4fb-106e-4855-9126-d645478bff85" providerId="ADAL" clId="{97E200EB-FCDA-44E5-BDBB-DE148F2EF50B}" dt="2026-04-15T12:54:23.831" v="720" actId="2711"/>
        <pc:sldMkLst>
          <pc:docMk/>
          <pc:sldMk cId="482182943" sldId="2584"/>
        </pc:sldMkLst>
        <pc:spChg chg="add del mod">
          <ac:chgData name="MASSIMO VARIOLO" userId="f805c4fb-106e-4855-9126-d645478bff85" providerId="ADAL" clId="{97E200EB-FCDA-44E5-BDBB-DE148F2EF50B}" dt="2026-04-15T12:17:52.353" v="70" actId="478"/>
          <ac:spMkLst>
            <pc:docMk/>
            <pc:sldMk cId="482182943" sldId="2584"/>
            <ac:spMk id="3" creationId="{4718DA87-EBD7-64D1-9D32-2FE2F7F0083A}"/>
          </ac:spMkLst>
        </pc:spChg>
        <pc:spChg chg="add del mod">
          <ac:chgData name="MASSIMO VARIOLO" userId="f805c4fb-106e-4855-9126-d645478bff85" providerId="ADAL" clId="{97E200EB-FCDA-44E5-BDBB-DE148F2EF50B}" dt="2026-04-15T12:54:23.831" v="720" actId="2711"/>
          <ac:spMkLst>
            <pc:docMk/>
            <pc:sldMk cId="482182943" sldId="2584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23.831" v="720" actId="2711"/>
          <ac:spMkLst>
            <pc:docMk/>
            <pc:sldMk cId="482182943" sldId="2584"/>
            <ac:spMk id="20" creationId="{763DBC2D-5926-013B-23AA-F83AF1B71786}"/>
          </ac:spMkLst>
        </pc:spChg>
        <pc:spChg chg="del mod">
          <ac:chgData name="MASSIMO VARIOLO" userId="f805c4fb-106e-4855-9126-d645478bff85" providerId="ADAL" clId="{97E200EB-FCDA-44E5-BDBB-DE148F2EF50B}" dt="2026-04-15T12:17:49.779" v="69" actId="478"/>
          <ac:spMkLst>
            <pc:docMk/>
            <pc:sldMk cId="482182943" sldId="2584"/>
            <ac:spMk id="21" creationId="{EF7BDE5B-06ED-3D69-D0A0-A887C93DC3DE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25" creationId="{F6526937-ACB5-2EAC-A592-AA6BBEAA05B6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27" creationId="{9145B26D-45EA-853E-423D-30AAF36D5283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29" creationId="{EAE95693-5BDA-7C2E-32BC-E5345F2F7D11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31" creationId="{60EF2E09-566E-E6F9-5158-01410796C349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33" creationId="{1CC5195C-6576-B38E-1D0C-6B493E82B1D3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35" creationId="{2F823A24-FC08-94C2-B26A-8D4A622C2F60}"/>
          </ac:spMkLst>
        </pc:spChg>
        <pc:spChg chg="add del mod">
          <ac:chgData name="MASSIMO VARIOLO" userId="f805c4fb-106e-4855-9126-d645478bff85" providerId="ADAL" clId="{97E200EB-FCDA-44E5-BDBB-DE148F2EF50B}" dt="2026-04-15T12:33:24.180" v="454" actId="26606"/>
          <ac:spMkLst>
            <pc:docMk/>
            <pc:sldMk cId="482182943" sldId="2584"/>
            <ac:spMk id="37" creationId="{FEC77CE4-466D-997F-ECBD-9E497D0D3968}"/>
          </ac:spMkLst>
        </pc:spChg>
        <pc:graphicFrameChg chg="add del">
          <ac:chgData name="MASSIMO VARIOLO" userId="f805c4fb-106e-4855-9126-d645478bff85" providerId="ADAL" clId="{97E200EB-FCDA-44E5-BDBB-DE148F2EF50B}" dt="2026-04-15T12:33:33.127" v="456" actId="26606"/>
          <ac:graphicFrameMkLst>
            <pc:docMk/>
            <pc:sldMk cId="482182943" sldId="2584"/>
            <ac:graphicFrameMk id="22" creationId="{63EDDBE7-5F32-83B4-3BD2-DEED9F5359A6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33:36.200" v="458" actId="26606"/>
          <ac:graphicFrameMkLst>
            <pc:docMk/>
            <pc:sldMk cId="482182943" sldId="2584"/>
            <ac:graphicFrameMk id="23" creationId="{90D73093-9617-9A26-0895-93AD51823A43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33:45.206" v="464" actId="26606"/>
          <ac:graphicFrameMkLst>
            <pc:docMk/>
            <pc:sldMk cId="482182943" sldId="2584"/>
            <ac:graphicFrameMk id="24" creationId="{63EDDBE7-5F32-83B4-3BD2-DEED9F5359A6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33:37.615" v="460" actId="26606"/>
          <ac:graphicFrameMkLst>
            <pc:docMk/>
            <pc:sldMk cId="482182943" sldId="2584"/>
            <ac:graphicFrameMk id="26" creationId="{63EDDBE7-5F32-83B4-3BD2-DEED9F5359A6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33:39.921" v="462" actId="26606"/>
          <ac:graphicFrameMkLst>
            <pc:docMk/>
            <pc:sldMk cId="482182943" sldId="2584"/>
            <ac:graphicFrameMk id="28" creationId="{90D73093-9617-9A26-0895-93AD51823A43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35:11.130" v="472" actId="26606"/>
          <ac:graphicFrameMkLst>
            <pc:docMk/>
            <pc:sldMk cId="482182943" sldId="2584"/>
            <ac:graphicFrameMk id="30" creationId="{D0103611-CF3D-E14F-3735-C97A807B1D62}"/>
          </ac:graphicFrameMkLst>
        </pc:graphicFrameChg>
      </pc:sldChg>
      <pc:sldChg chg="modSp add mod setBg chgLayout">
        <pc:chgData name="MASSIMO VARIOLO" userId="f805c4fb-106e-4855-9126-d645478bff85" providerId="ADAL" clId="{97E200EB-FCDA-44E5-BDBB-DE148F2EF50B}" dt="2026-04-15T12:54:30.185" v="721" actId="2711"/>
        <pc:sldMkLst>
          <pc:docMk/>
          <pc:sldMk cId="1726451743" sldId="2585"/>
        </pc:sldMkLst>
        <pc:spChg chg="mod">
          <ac:chgData name="MASSIMO VARIOLO" userId="f805c4fb-106e-4855-9126-d645478bff85" providerId="ADAL" clId="{97E200EB-FCDA-44E5-BDBB-DE148F2EF50B}" dt="2026-04-15T12:54:30.185" v="721" actId="2711"/>
          <ac:spMkLst>
            <pc:docMk/>
            <pc:sldMk cId="1726451743" sldId="2585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30.185" v="721" actId="2711"/>
          <ac:spMkLst>
            <pc:docMk/>
            <pc:sldMk cId="1726451743" sldId="2585"/>
            <ac:spMk id="20" creationId="{763DBC2D-5926-013B-23AA-F83AF1B71786}"/>
          </ac:spMkLst>
        </pc:spChg>
      </pc:sldChg>
      <pc:sldChg chg="addSp delSp modSp new del mod">
        <pc:chgData name="MASSIMO VARIOLO" userId="f805c4fb-106e-4855-9126-d645478bff85" providerId="ADAL" clId="{97E200EB-FCDA-44E5-BDBB-DE148F2EF50B}" dt="2026-04-15T12:20:56.509" v="173" actId="2696"/>
        <pc:sldMkLst>
          <pc:docMk/>
          <pc:sldMk cId="2122638651" sldId="2585"/>
        </pc:sldMkLst>
        <pc:spChg chg="mod">
          <ac:chgData name="MASSIMO VARIOLO" userId="f805c4fb-106e-4855-9126-d645478bff85" providerId="ADAL" clId="{97E200EB-FCDA-44E5-BDBB-DE148F2EF50B}" dt="2026-04-15T12:20:44.876" v="172" actId="20577"/>
          <ac:spMkLst>
            <pc:docMk/>
            <pc:sldMk cId="2122638651" sldId="2585"/>
            <ac:spMk id="3" creationId="{2B0FCD83-FDB8-7F28-0631-A686FF87E12E}"/>
          </ac:spMkLst>
        </pc:spChg>
        <pc:spChg chg="add del">
          <ac:chgData name="MASSIMO VARIOLO" userId="f805c4fb-106e-4855-9126-d645478bff85" providerId="ADAL" clId="{97E200EB-FCDA-44E5-BDBB-DE148F2EF50B}" dt="2026-04-15T12:20:31.335" v="127" actId="22"/>
          <ac:spMkLst>
            <pc:docMk/>
            <pc:sldMk cId="2122638651" sldId="2585"/>
            <ac:spMk id="5" creationId="{20D7AA51-E497-205D-5582-7731CE6B9D70}"/>
          </ac:spMkLst>
        </pc:spChg>
      </pc:sldChg>
      <pc:sldChg chg="modSp add mod setBg chgLayout">
        <pc:chgData name="MASSIMO VARIOLO" userId="f805c4fb-106e-4855-9126-d645478bff85" providerId="ADAL" clId="{97E200EB-FCDA-44E5-BDBB-DE148F2EF50B}" dt="2026-04-15T12:54:35.547" v="722" actId="2711"/>
        <pc:sldMkLst>
          <pc:docMk/>
          <pc:sldMk cId="3208448529" sldId="2586"/>
        </pc:sldMkLst>
        <pc:spChg chg="mod">
          <ac:chgData name="MASSIMO VARIOLO" userId="f805c4fb-106e-4855-9126-d645478bff85" providerId="ADAL" clId="{97E200EB-FCDA-44E5-BDBB-DE148F2EF50B}" dt="2026-04-15T12:54:35.547" v="722" actId="2711"/>
          <ac:spMkLst>
            <pc:docMk/>
            <pc:sldMk cId="3208448529" sldId="2586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35.547" v="722" actId="2711"/>
          <ac:spMkLst>
            <pc:docMk/>
            <pc:sldMk cId="3208448529" sldId="2586"/>
            <ac:spMk id="20" creationId="{763DBC2D-5926-013B-23AA-F83AF1B71786}"/>
          </ac:spMkLst>
        </pc:spChg>
      </pc:sldChg>
      <pc:sldChg chg="modSp add del mod">
        <pc:chgData name="MASSIMO VARIOLO" userId="f805c4fb-106e-4855-9126-d645478bff85" providerId="ADAL" clId="{97E200EB-FCDA-44E5-BDBB-DE148F2EF50B}" dt="2026-04-15T12:24:46.334" v="296" actId="2696"/>
        <pc:sldMkLst>
          <pc:docMk/>
          <pc:sldMk cId="3265448368" sldId="2587"/>
        </pc:sldMkLst>
        <pc:spChg chg="mod">
          <ac:chgData name="MASSIMO VARIOLO" userId="f805c4fb-106e-4855-9126-d645478bff85" providerId="ADAL" clId="{97E200EB-FCDA-44E5-BDBB-DE148F2EF50B}" dt="2026-04-15T12:23:17.239" v="280" actId="20577"/>
          <ac:spMkLst>
            <pc:docMk/>
            <pc:sldMk cId="3265448368" sldId="2587"/>
            <ac:spMk id="20" creationId="{763DBC2D-5926-013B-23AA-F83AF1B71786}"/>
          </ac:spMkLst>
        </pc:spChg>
      </pc:sldChg>
      <pc:sldChg chg="add del">
        <pc:chgData name="MASSIMO VARIOLO" userId="f805c4fb-106e-4855-9126-d645478bff85" providerId="ADAL" clId="{97E200EB-FCDA-44E5-BDBB-DE148F2EF50B}" dt="2026-04-15T12:29:08.339" v="404" actId="2696"/>
        <pc:sldMkLst>
          <pc:docMk/>
          <pc:sldMk cId="297320616" sldId="2588"/>
        </pc:sldMkLst>
      </pc:sldChg>
      <pc:sldChg chg="modSp add mod setBg chgLayout">
        <pc:chgData name="MASSIMO VARIOLO" userId="f805c4fb-106e-4855-9126-d645478bff85" providerId="ADAL" clId="{97E200EB-FCDA-44E5-BDBB-DE148F2EF50B}" dt="2026-04-15T12:54:41.012" v="723" actId="2711"/>
        <pc:sldMkLst>
          <pc:docMk/>
          <pc:sldMk cId="3241169522" sldId="2589"/>
        </pc:sldMkLst>
        <pc:spChg chg="mod">
          <ac:chgData name="MASSIMO VARIOLO" userId="f805c4fb-106e-4855-9126-d645478bff85" providerId="ADAL" clId="{97E200EB-FCDA-44E5-BDBB-DE148F2EF50B}" dt="2026-04-15T12:54:41.012" v="723" actId="2711"/>
          <ac:spMkLst>
            <pc:docMk/>
            <pc:sldMk cId="3241169522" sldId="2589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41.012" v="723" actId="2711"/>
          <ac:spMkLst>
            <pc:docMk/>
            <pc:sldMk cId="3241169522" sldId="2589"/>
            <ac:spMk id="20" creationId="{763DBC2D-5926-013B-23AA-F83AF1B71786}"/>
          </ac:spMkLst>
        </pc:spChg>
      </pc:sldChg>
      <pc:sldChg chg="modSp add mod setBg chgLayout">
        <pc:chgData name="MASSIMO VARIOLO" userId="f805c4fb-106e-4855-9126-d645478bff85" providerId="ADAL" clId="{97E200EB-FCDA-44E5-BDBB-DE148F2EF50B}" dt="2026-04-15T12:54:46.551" v="724" actId="2711"/>
        <pc:sldMkLst>
          <pc:docMk/>
          <pc:sldMk cId="1539892110" sldId="2590"/>
        </pc:sldMkLst>
        <pc:spChg chg="mod">
          <ac:chgData name="MASSIMO VARIOLO" userId="f805c4fb-106e-4855-9126-d645478bff85" providerId="ADAL" clId="{97E200EB-FCDA-44E5-BDBB-DE148F2EF50B}" dt="2026-04-15T12:54:46.551" v="724" actId="2711"/>
          <ac:spMkLst>
            <pc:docMk/>
            <pc:sldMk cId="1539892110" sldId="2590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46.551" v="724" actId="2711"/>
          <ac:spMkLst>
            <pc:docMk/>
            <pc:sldMk cId="1539892110" sldId="2590"/>
            <ac:spMk id="20" creationId="{763DBC2D-5926-013B-23AA-F83AF1B71786}"/>
          </ac:spMkLst>
        </pc:spChg>
      </pc:sldChg>
      <pc:sldChg chg="addSp delSp modSp add mod setBg chgLayout">
        <pc:chgData name="MASSIMO VARIOLO" userId="f805c4fb-106e-4855-9126-d645478bff85" providerId="ADAL" clId="{97E200EB-FCDA-44E5-BDBB-DE148F2EF50B}" dt="2026-04-15T12:54:55.526" v="726" actId="2711"/>
        <pc:sldMkLst>
          <pc:docMk/>
          <pc:sldMk cId="3101091242" sldId="2591"/>
        </pc:sldMkLst>
        <pc:spChg chg="add del mod">
          <ac:chgData name="MASSIMO VARIOLO" userId="f805c4fb-106e-4855-9126-d645478bff85" providerId="ADAL" clId="{97E200EB-FCDA-44E5-BDBB-DE148F2EF50B}" dt="2026-04-15T12:54:55.526" v="726" actId="2711"/>
          <ac:spMkLst>
            <pc:docMk/>
            <pc:sldMk cId="3101091242" sldId="2591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4:55.526" v="726" actId="2711"/>
          <ac:spMkLst>
            <pc:docMk/>
            <pc:sldMk cId="3101091242" sldId="2591"/>
            <ac:spMk id="20" creationId="{763DBC2D-5926-013B-23AA-F83AF1B71786}"/>
          </ac:spMkLst>
        </pc:spChg>
        <pc:graphicFrameChg chg="add del">
          <ac:chgData name="MASSIMO VARIOLO" userId="f805c4fb-106e-4855-9126-d645478bff85" providerId="ADAL" clId="{97E200EB-FCDA-44E5-BDBB-DE148F2EF50B}" dt="2026-04-15T12:47:32.194" v="638" actId="26606"/>
          <ac:graphicFrameMkLst>
            <pc:docMk/>
            <pc:sldMk cId="3101091242" sldId="2591"/>
            <ac:graphicFrameMk id="22" creationId="{9C62C2A1-B0CE-F362-6F69-89A4B9508E68}"/>
          </ac:graphicFrameMkLst>
        </pc:graphicFrameChg>
      </pc:sldChg>
      <pc:sldChg chg="modSp add mod setBg chgLayout">
        <pc:chgData name="MASSIMO VARIOLO" userId="f805c4fb-106e-4855-9126-d645478bff85" providerId="ADAL" clId="{97E200EB-FCDA-44E5-BDBB-DE148F2EF50B}" dt="2026-04-15T12:55:01.047" v="727" actId="2711"/>
        <pc:sldMkLst>
          <pc:docMk/>
          <pc:sldMk cId="621135511" sldId="2592"/>
        </pc:sldMkLst>
        <pc:spChg chg="mod">
          <ac:chgData name="MASSIMO VARIOLO" userId="f805c4fb-106e-4855-9126-d645478bff85" providerId="ADAL" clId="{97E200EB-FCDA-44E5-BDBB-DE148F2EF50B}" dt="2026-04-15T12:55:01.047" v="727" actId="2711"/>
          <ac:spMkLst>
            <pc:docMk/>
            <pc:sldMk cId="621135511" sldId="2592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5:01.047" v="727" actId="2711"/>
          <ac:spMkLst>
            <pc:docMk/>
            <pc:sldMk cId="621135511" sldId="2592"/>
            <ac:spMk id="20" creationId="{763DBC2D-5926-013B-23AA-F83AF1B71786}"/>
          </ac:spMkLst>
        </pc:spChg>
      </pc:sldChg>
      <pc:sldChg chg="addSp delSp modSp add mod setBg chgLayout">
        <pc:chgData name="MASSIMO VARIOLO" userId="f805c4fb-106e-4855-9126-d645478bff85" providerId="ADAL" clId="{97E200EB-FCDA-44E5-BDBB-DE148F2EF50B}" dt="2026-04-15T12:55:15.461" v="733" actId="403"/>
        <pc:sldMkLst>
          <pc:docMk/>
          <pc:sldMk cId="3129010132" sldId="2593"/>
        </pc:sldMkLst>
        <pc:spChg chg="del mod">
          <ac:chgData name="MASSIMO VARIOLO" userId="f805c4fb-106e-4855-9126-d645478bff85" providerId="ADAL" clId="{97E200EB-FCDA-44E5-BDBB-DE148F2EF50B}" dt="2026-04-15T12:42:43.366" v="612" actId="26606"/>
          <ac:spMkLst>
            <pc:docMk/>
            <pc:sldMk cId="3129010132" sldId="2593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5:15.461" v="733" actId="403"/>
          <ac:spMkLst>
            <pc:docMk/>
            <pc:sldMk cId="3129010132" sldId="2593"/>
            <ac:spMk id="20" creationId="{763DBC2D-5926-013B-23AA-F83AF1B71786}"/>
          </ac:spMkLst>
        </pc:spChg>
        <pc:graphicFrameChg chg="add mod">
          <ac:chgData name="MASSIMO VARIOLO" userId="f805c4fb-106e-4855-9126-d645478bff85" providerId="ADAL" clId="{97E200EB-FCDA-44E5-BDBB-DE148F2EF50B}" dt="2026-04-15T12:55:06.880" v="728" actId="2711"/>
          <ac:graphicFrameMkLst>
            <pc:docMk/>
            <pc:sldMk cId="3129010132" sldId="2593"/>
            <ac:graphicFrameMk id="22" creationId="{FADF5A76-9DFC-5CA3-ED60-00CCD646818C}"/>
          </ac:graphicFrameMkLst>
        </pc:graphicFrameChg>
      </pc:sldChg>
      <pc:sldChg chg="addSp delSp modSp add mod setBg chgLayout">
        <pc:chgData name="MASSIMO VARIOLO" userId="f805c4fb-106e-4855-9126-d645478bff85" providerId="ADAL" clId="{97E200EB-FCDA-44E5-BDBB-DE148F2EF50B}" dt="2026-04-15T12:55:26.627" v="734" actId="2711"/>
        <pc:sldMkLst>
          <pc:docMk/>
          <pc:sldMk cId="4026884832" sldId="2594"/>
        </pc:sldMkLst>
        <pc:spChg chg="add del mod">
          <ac:chgData name="MASSIMO VARIOLO" userId="f805c4fb-106e-4855-9126-d645478bff85" providerId="ADAL" clId="{97E200EB-FCDA-44E5-BDBB-DE148F2EF50B}" dt="2026-04-15T12:49:48.489" v="687" actId="26606"/>
          <ac:spMkLst>
            <pc:docMk/>
            <pc:sldMk cId="4026884832" sldId="2594"/>
            <ac:spMk id="4" creationId="{3AB6E48A-1452-0986-2CE5-1FFA2B741B8A}"/>
          </ac:spMkLst>
        </pc:spChg>
        <pc:spChg chg="mod ord">
          <ac:chgData name="MASSIMO VARIOLO" userId="f805c4fb-106e-4855-9126-d645478bff85" providerId="ADAL" clId="{97E200EB-FCDA-44E5-BDBB-DE148F2EF50B}" dt="2026-04-15T12:55:26.627" v="734" actId="2711"/>
          <ac:spMkLst>
            <pc:docMk/>
            <pc:sldMk cId="4026884832" sldId="2594"/>
            <ac:spMk id="20" creationId="{763DBC2D-5926-013B-23AA-F83AF1B71786}"/>
          </ac:spMkLst>
        </pc:spChg>
        <pc:spChg chg="add del">
          <ac:chgData name="MASSIMO VARIOLO" userId="f805c4fb-106e-4855-9126-d645478bff85" providerId="ADAL" clId="{97E200EB-FCDA-44E5-BDBB-DE148F2EF50B}" dt="2026-04-15T12:49:38.656" v="682" actId="26606"/>
          <ac:spMkLst>
            <pc:docMk/>
            <pc:sldMk cId="4026884832" sldId="2594"/>
            <ac:spMk id="24" creationId="{3AB6E48A-1452-0986-2CE5-1FFA2B741B8A}"/>
          </ac:spMkLst>
        </pc:spChg>
        <pc:graphicFrameChg chg="add del">
          <ac:chgData name="MASSIMO VARIOLO" userId="f805c4fb-106e-4855-9126-d645478bff85" providerId="ADAL" clId="{97E200EB-FCDA-44E5-BDBB-DE148F2EF50B}" dt="2026-04-15T12:49:37.766" v="680" actId="26606"/>
          <ac:graphicFrameMkLst>
            <pc:docMk/>
            <pc:sldMk cId="4026884832" sldId="2594"/>
            <ac:graphicFrameMk id="22" creationId="{4DE1F852-1E8B-5090-1039-856B5767C1EA}"/>
          </ac:graphicFrameMkLst>
        </pc:graphicFrameChg>
        <pc:graphicFrameChg chg="add mod modGraphic">
          <ac:chgData name="MASSIMO VARIOLO" userId="f805c4fb-106e-4855-9126-d645478bff85" providerId="ADAL" clId="{97E200EB-FCDA-44E5-BDBB-DE148F2EF50B}" dt="2026-04-15T12:55:26.627" v="734" actId="2711"/>
          <ac:graphicFrameMkLst>
            <pc:docMk/>
            <pc:sldMk cId="4026884832" sldId="2594"/>
            <ac:graphicFrameMk id="23" creationId="{072A1285-9368-BB93-C00F-192732697AF6}"/>
          </ac:graphicFrameMkLst>
        </pc:graphicFrameChg>
        <pc:graphicFrameChg chg="add del">
          <ac:chgData name="MASSIMO VARIOLO" userId="f805c4fb-106e-4855-9126-d645478bff85" providerId="ADAL" clId="{97E200EB-FCDA-44E5-BDBB-DE148F2EF50B}" dt="2026-04-15T12:49:40.780" v="684" actId="26606"/>
          <ac:graphicFrameMkLst>
            <pc:docMk/>
            <pc:sldMk cId="4026884832" sldId="2594"/>
            <ac:graphicFrameMk id="26" creationId="{4DE1F852-1E8B-5090-1039-856B5767C1EA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21904-F593-4AAC-956E-855F12665D1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BB649B3-AC76-41A4-98B8-69D88A2CE33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Lo scenario anomalo spinge fuori profilo alcuni tag chiave come velocità filo, tensione e correnti motore; il risultato atteso è `is_anomaly = true`.</a:t>
          </a:r>
          <a:endParaRPr lang="en-US"/>
        </a:p>
      </dgm:t>
    </dgm:pt>
    <dgm:pt modelId="{140D696D-E1DD-4C7A-A3A1-6D2BAE8D9739}" type="parTrans" cxnId="{A0D60659-9920-47B5-8FDB-A3DB40012D10}">
      <dgm:prSet/>
      <dgm:spPr/>
      <dgm:t>
        <a:bodyPr/>
        <a:lstStyle/>
        <a:p>
          <a:endParaRPr lang="en-US"/>
        </a:p>
      </dgm:t>
    </dgm:pt>
    <dgm:pt modelId="{0E6B2B25-3734-426D-94F4-352039B53FB2}" type="sibTrans" cxnId="{A0D60659-9920-47B5-8FDB-A3DB40012D10}">
      <dgm:prSet/>
      <dgm:spPr/>
      <dgm:t>
        <a:bodyPr/>
        <a:lstStyle/>
        <a:p>
          <a:endParaRPr lang="en-US"/>
        </a:p>
      </dgm:t>
    </dgm:pt>
    <dgm:pt modelId="{FE891DC3-3656-4CD1-B38E-E1E20D67898F}">
      <dgm:prSet/>
      <dgm:spPr/>
      <dgm:t>
        <a:bodyPr/>
        <a:lstStyle/>
        <a:p>
          <a:pPr>
            <a:lnSpc>
              <a:spcPct val="100000"/>
            </a:lnSpc>
          </a:pPr>
          <a:r>
            <a:rPr lang="it-IT"/>
            <a:t>In demo il bottone forza proprio questo cambio di comportamento e il feedback macchina cambia quando il detector pubblica l'esito.</a:t>
          </a:r>
          <a:endParaRPr lang="en-US"/>
        </a:p>
      </dgm:t>
    </dgm:pt>
    <dgm:pt modelId="{49814C42-EA7D-49A7-BBBB-2B87BE6B1566}" type="parTrans" cxnId="{E9265463-D507-41C1-8FA7-BDAA577CE8EB}">
      <dgm:prSet/>
      <dgm:spPr/>
      <dgm:t>
        <a:bodyPr/>
        <a:lstStyle/>
        <a:p>
          <a:endParaRPr lang="en-US"/>
        </a:p>
      </dgm:t>
    </dgm:pt>
    <dgm:pt modelId="{95497568-7043-4A14-8F7C-5E5376433AC9}" type="sibTrans" cxnId="{E9265463-D507-41C1-8FA7-BDAA577CE8EB}">
      <dgm:prSet/>
      <dgm:spPr/>
      <dgm:t>
        <a:bodyPr/>
        <a:lstStyle/>
        <a:p>
          <a:endParaRPr lang="en-US"/>
        </a:p>
      </dgm:t>
    </dgm:pt>
    <dgm:pt modelId="{02B16738-596E-463C-A495-75D8B2EBEAF9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dirty="0"/>
            <a:t>Il modello non dice quale componente è guasto: segnala che il pattern operativo non è coerente con la normalità appresa. </a:t>
          </a:r>
          <a:endParaRPr lang="en-US" dirty="0"/>
        </a:p>
      </dgm:t>
    </dgm:pt>
    <dgm:pt modelId="{9676C148-7FE7-47C0-A6AE-6C391EDC4FE8}" type="parTrans" cxnId="{1EB5F14F-12EA-42C2-A925-47502FCA417E}">
      <dgm:prSet/>
      <dgm:spPr/>
      <dgm:t>
        <a:bodyPr/>
        <a:lstStyle/>
        <a:p>
          <a:endParaRPr lang="en-US"/>
        </a:p>
      </dgm:t>
    </dgm:pt>
    <dgm:pt modelId="{4AD09131-AB96-4FED-A696-36F5BA537686}" type="sibTrans" cxnId="{1EB5F14F-12EA-42C2-A925-47502FCA417E}">
      <dgm:prSet/>
      <dgm:spPr/>
      <dgm:t>
        <a:bodyPr/>
        <a:lstStyle/>
        <a:p>
          <a:endParaRPr lang="en-US"/>
        </a:p>
      </dgm:t>
    </dgm:pt>
    <dgm:pt modelId="{E4E68D9A-A638-4031-AE25-E20522CD0935}" type="pres">
      <dgm:prSet presAssocID="{88221904-F593-4AAC-956E-855F12665D16}" presName="root" presStyleCnt="0">
        <dgm:presLayoutVars>
          <dgm:dir/>
          <dgm:resizeHandles val="exact"/>
        </dgm:presLayoutVars>
      </dgm:prSet>
      <dgm:spPr/>
    </dgm:pt>
    <dgm:pt modelId="{9481D4D0-8C78-4130-8011-8F06D9051A62}" type="pres">
      <dgm:prSet presAssocID="{BBB649B3-AC76-41A4-98B8-69D88A2CE33F}" presName="compNode" presStyleCnt="0"/>
      <dgm:spPr/>
    </dgm:pt>
    <dgm:pt modelId="{DAD5A456-9A0E-40A8-92AE-B53D5EC73BCE}" type="pres">
      <dgm:prSet presAssocID="{BBB649B3-AC76-41A4-98B8-69D88A2CE33F}" presName="bgRect" presStyleLbl="bgShp" presStyleIdx="0" presStyleCnt="3"/>
      <dgm:spPr/>
    </dgm:pt>
    <dgm:pt modelId="{9BD124C8-D9BF-4689-BA1C-8AF2B18D6EB8}" type="pres">
      <dgm:prSet presAssocID="{BBB649B3-AC76-41A4-98B8-69D88A2CE33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76A68965-1C1A-456F-B832-817371959545}" type="pres">
      <dgm:prSet presAssocID="{BBB649B3-AC76-41A4-98B8-69D88A2CE33F}" presName="spaceRect" presStyleCnt="0"/>
      <dgm:spPr/>
    </dgm:pt>
    <dgm:pt modelId="{756C5080-1BF2-47D6-9C79-08B84F6FFB0A}" type="pres">
      <dgm:prSet presAssocID="{BBB649B3-AC76-41A4-98B8-69D88A2CE33F}" presName="parTx" presStyleLbl="revTx" presStyleIdx="0" presStyleCnt="3">
        <dgm:presLayoutVars>
          <dgm:chMax val="0"/>
          <dgm:chPref val="0"/>
        </dgm:presLayoutVars>
      </dgm:prSet>
      <dgm:spPr/>
    </dgm:pt>
    <dgm:pt modelId="{5AC00C6A-6016-40CE-9246-918BB4629062}" type="pres">
      <dgm:prSet presAssocID="{0E6B2B25-3734-426D-94F4-352039B53FB2}" presName="sibTrans" presStyleCnt="0"/>
      <dgm:spPr/>
    </dgm:pt>
    <dgm:pt modelId="{F6E0836E-9314-428B-8A08-2049BEDCFA28}" type="pres">
      <dgm:prSet presAssocID="{FE891DC3-3656-4CD1-B38E-E1E20D67898F}" presName="compNode" presStyleCnt="0"/>
      <dgm:spPr/>
    </dgm:pt>
    <dgm:pt modelId="{AC837DA5-8E68-4BDC-841E-18BCBD91BDEC}" type="pres">
      <dgm:prSet presAssocID="{FE891DC3-3656-4CD1-B38E-E1E20D67898F}" presName="bgRect" presStyleLbl="bgShp" presStyleIdx="1" presStyleCnt="3"/>
      <dgm:spPr/>
    </dgm:pt>
    <dgm:pt modelId="{2F4C2722-E45E-49F9-8654-CFA114F0E610}" type="pres">
      <dgm:prSet presAssocID="{FE891DC3-3656-4CD1-B38E-E1E20D6789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72239C-D056-4D8B-A56C-3B9AB2852E1D}" type="pres">
      <dgm:prSet presAssocID="{FE891DC3-3656-4CD1-B38E-E1E20D67898F}" presName="spaceRect" presStyleCnt="0"/>
      <dgm:spPr/>
    </dgm:pt>
    <dgm:pt modelId="{28A95DFC-ED41-4199-9C60-E225D8EEAE4B}" type="pres">
      <dgm:prSet presAssocID="{FE891DC3-3656-4CD1-B38E-E1E20D67898F}" presName="parTx" presStyleLbl="revTx" presStyleIdx="1" presStyleCnt="3">
        <dgm:presLayoutVars>
          <dgm:chMax val="0"/>
          <dgm:chPref val="0"/>
        </dgm:presLayoutVars>
      </dgm:prSet>
      <dgm:spPr/>
    </dgm:pt>
    <dgm:pt modelId="{F84833A1-77D6-45C6-955A-6CC04E6605D7}" type="pres">
      <dgm:prSet presAssocID="{95497568-7043-4A14-8F7C-5E5376433AC9}" presName="sibTrans" presStyleCnt="0"/>
      <dgm:spPr/>
    </dgm:pt>
    <dgm:pt modelId="{01DFA777-C82F-4230-A52D-37FAE7C5C7D7}" type="pres">
      <dgm:prSet presAssocID="{02B16738-596E-463C-A495-75D8B2EBEAF9}" presName="compNode" presStyleCnt="0"/>
      <dgm:spPr/>
    </dgm:pt>
    <dgm:pt modelId="{497F6A3E-3A70-48F2-878A-3C1ABBA2D9C9}" type="pres">
      <dgm:prSet presAssocID="{02B16738-596E-463C-A495-75D8B2EBEAF9}" presName="bgRect" presStyleLbl="bgShp" presStyleIdx="2" presStyleCnt="3"/>
      <dgm:spPr/>
    </dgm:pt>
    <dgm:pt modelId="{7FDD0F7E-F4BF-439F-8CA6-6002D67AFCB2}" type="pres">
      <dgm:prSet presAssocID="{02B16738-596E-463C-A495-75D8B2EBEA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58621B5-B9CA-4175-B9C2-C763B20F4890}" type="pres">
      <dgm:prSet presAssocID="{02B16738-596E-463C-A495-75D8B2EBEAF9}" presName="spaceRect" presStyleCnt="0"/>
      <dgm:spPr/>
    </dgm:pt>
    <dgm:pt modelId="{7E0BB8DE-105C-4CF5-B581-C95793582668}" type="pres">
      <dgm:prSet presAssocID="{02B16738-596E-463C-A495-75D8B2EBEAF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2593E23-C605-406D-AD39-468D650D338C}" type="presOf" srcId="{BBB649B3-AC76-41A4-98B8-69D88A2CE33F}" destId="{756C5080-1BF2-47D6-9C79-08B84F6FFB0A}" srcOrd="0" destOrd="0" presId="urn:microsoft.com/office/officeart/2018/2/layout/IconVerticalSolidList"/>
    <dgm:cxn modelId="{E9265463-D507-41C1-8FA7-BDAA577CE8EB}" srcId="{88221904-F593-4AAC-956E-855F12665D16}" destId="{FE891DC3-3656-4CD1-B38E-E1E20D67898F}" srcOrd="1" destOrd="0" parTransId="{49814C42-EA7D-49A7-BBBB-2B87BE6B1566}" sibTransId="{95497568-7043-4A14-8F7C-5E5376433AC9}"/>
    <dgm:cxn modelId="{1EB5F14F-12EA-42C2-A925-47502FCA417E}" srcId="{88221904-F593-4AAC-956E-855F12665D16}" destId="{02B16738-596E-463C-A495-75D8B2EBEAF9}" srcOrd="2" destOrd="0" parTransId="{9676C148-7FE7-47C0-A6AE-6C391EDC4FE8}" sibTransId="{4AD09131-AB96-4FED-A696-36F5BA537686}"/>
    <dgm:cxn modelId="{6FE93952-2E88-4FC4-82AD-F844CEDA9582}" type="presOf" srcId="{FE891DC3-3656-4CD1-B38E-E1E20D67898F}" destId="{28A95DFC-ED41-4199-9C60-E225D8EEAE4B}" srcOrd="0" destOrd="0" presId="urn:microsoft.com/office/officeart/2018/2/layout/IconVerticalSolidList"/>
    <dgm:cxn modelId="{A0D60659-9920-47B5-8FDB-A3DB40012D10}" srcId="{88221904-F593-4AAC-956E-855F12665D16}" destId="{BBB649B3-AC76-41A4-98B8-69D88A2CE33F}" srcOrd="0" destOrd="0" parTransId="{140D696D-E1DD-4C7A-A3A1-6D2BAE8D9739}" sibTransId="{0E6B2B25-3734-426D-94F4-352039B53FB2}"/>
    <dgm:cxn modelId="{0C78057B-2BD8-4F86-96DA-8896AB20A3F5}" type="presOf" srcId="{02B16738-596E-463C-A495-75D8B2EBEAF9}" destId="{7E0BB8DE-105C-4CF5-B581-C95793582668}" srcOrd="0" destOrd="0" presId="urn:microsoft.com/office/officeart/2018/2/layout/IconVerticalSolidList"/>
    <dgm:cxn modelId="{DB8991A6-C09D-4D74-BAE6-F9E359FF8049}" type="presOf" srcId="{88221904-F593-4AAC-956E-855F12665D16}" destId="{E4E68D9A-A638-4031-AE25-E20522CD0935}" srcOrd="0" destOrd="0" presId="urn:microsoft.com/office/officeart/2018/2/layout/IconVerticalSolidList"/>
    <dgm:cxn modelId="{C53B6037-ED18-4363-AB9C-BE82F35C96BE}" type="presParOf" srcId="{E4E68D9A-A638-4031-AE25-E20522CD0935}" destId="{9481D4D0-8C78-4130-8011-8F06D9051A62}" srcOrd="0" destOrd="0" presId="urn:microsoft.com/office/officeart/2018/2/layout/IconVerticalSolidList"/>
    <dgm:cxn modelId="{83F6BB89-BA85-4A92-A60D-E296D3283638}" type="presParOf" srcId="{9481D4D0-8C78-4130-8011-8F06D9051A62}" destId="{DAD5A456-9A0E-40A8-92AE-B53D5EC73BCE}" srcOrd="0" destOrd="0" presId="urn:microsoft.com/office/officeart/2018/2/layout/IconVerticalSolidList"/>
    <dgm:cxn modelId="{C17E0561-5E3A-47D1-8248-C005E90D2FBC}" type="presParOf" srcId="{9481D4D0-8C78-4130-8011-8F06D9051A62}" destId="{9BD124C8-D9BF-4689-BA1C-8AF2B18D6EB8}" srcOrd="1" destOrd="0" presId="urn:microsoft.com/office/officeart/2018/2/layout/IconVerticalSolidList"/>
    <dgm:cxn modelId="{EDDDB8DE-E952-4B6A-93F9-DADF1176F9A6}" type="presParOf" srcId="{9481D4D0-8C78-4130-8011-8F06D9051A62}" destId="{76A68965-1C1A-456F-B832-817371959545}" srcOrd="2" destOrd="0" presId="urn:microsoft.com/office/officeart/2018/2/layout/IconVerticalSolidList"/>
    <dgm:cxn modelId="{AD7D05CE-4131-4F64-958A-52F3E7888248}" type="presParOf" srcId="{9481D4D0-8C78-4130-8011-8F06D9051A62}" destId="{756C5080-1BF2-47D6-9C79-08B84F6FFB0A}" srcOrd="3" destOrd="0" presId="urn:microsoft.com/office/officeart/2018/2/layout/IconVerticalSolidList"/>
    <dgm:cxn modelId="{97FEBA76-6390-4CD7-B2F6-CA08E2A251B0}" type="presParOf" srcId="{E4E68D9A-A638-4031-AE25-E20522CD0935}" destId="{5AC00C6A-6016-40CE-9246-918BB4629062}" srcOrd="1" destOrd="0" presId="urn:microsoft.com/office/officeart/2018/2/layout/IconVerticalSolidList"/>
    <dgm:cxn modelId="{AAA036E0-B385-4837-BB83-B453CE9085F8}" type="presParOf" srcId="{E4E68D9A-A638-4031-AE25-E20522CD0935}" destId="{F6E0836E-9314-428B-8A08-2049BEDCFA28}" srcOrd="2" destOrd="0" presId="urn:microsoft.com/office/officeart/2018/2/layout/IconVerticalSolidList"/>
    <dgm:cxn modelId="{FC4269E5-003A-4AB3-8B96-1D6E763BA57B}" type="presParOf" srcId="{F6E0836E-9314-428B-8A08-2049BEDCFA28}" destId="{AC837DA5-8E68-4BDC-841E-18BCBD91BDEC}" srcOrd="0" destOrd="0" presId="urn:microsoft.com/office/officeart/2018/2/layout/IconVerticalSolidList"/>
    <dgm:cxn modelId="{E90B3794-BFA4-4C76-84B8-2F6EDDA137E9}" type="presParOf" srcId="{F6E0836E-9314-428B-8A08-2049BEDCFA28}" destId="{2F4C2722-E45E-49F9-8654-CFA114F0E610}" srcOrd="1" destOrd="0" presId="urn:microsoft.com/office/officeart/2018/2/layout/IconVerticalSolidList"/>
    <dgm:cxn modelId="{2BC0D704-A01B-4FC7-BCC2-A53AB590D2AA}" type="presParOf" srcId="{F6E0836E-9314-428B-8A08-2049BEDCFA28}" destId="{5772239C-D056-4D8B-A56C-3B9AB2852E1D}" srcOrd="2" destOrd="0" presId="urn:microsoft.com/office/officeart/2018/2/layout/IconVerticalSolidList"/>
    <dgm:cxn modelId="{9130BD12-DAED-499F-9348-B97EF7118E00}" type="presParOf" srcId="{F6E0836E-9314-428B-8A08-2049BEDCFA28}" destId="{28A95DFC-ED41-4199-9C60-E225D8EEAE4B}" srcOrd="3" destOrd="0" presId="urn:microsoft.com/office/officeart/2018/2/layout/IconVerticalSolidList"/>
    <dgm:cxn modelId="{8E6B6EBB-4979-41E6-880E-5BDBF586CE4D}" type="presParOf" srcId="{E4E68D9A-A638-4031-AE25-E20522CD0935}" destId="{F84833A1-77D6-45C6-955A-6CC04E6605D7}" srcOrd="3" destOrd="0" presId="urn:microsoft.com/office/officeart/2018/2/layout/IconVerticalSolidList"/>
    <dgm:cxn modelId="{B8214784-EFF9-49C5-87C8-330F0EFCD927}" type="presParOf" srcId="{E4E68D9A-A638-4031-AE25-E20522CD0935}" destId="{01DFA777-C82F-4230-A52D-37FAE7C5C7D7}" srcOrd="4" destOrd="0" presId="urn:microsoft.com/office/officeart/2018/2/layout/IconVerticalSolidList"/>
    <dgm:cxn modelId="{36BD89DD-AB03-42A1-97A8-F3B036F78A44}" type="presParOf" srcId="{01DFA777-C82F-4230-A52D-37FAE7C5C7D7}" destId="{497F6A3E-3A70-48F2-878A-3C1ABBA2D9C9}" srcOrd="0" destOrd="0" presId="urn:microsoft.com/office/officeart/2018/2/layout/IconVerticalSolidList"/>
    <dgm:cxn modelId="{138F7162-5D9B-4E97-A81C-05311F415445}" type="presParOf" srcId="{01DFA777-C82F-4230-A52D-37FAE7C5C7D7}" destId="{7FDD0F7E-F4BF-439F-8CA6-6002D67AFCB2}" srcOrd="1" destOrd="0" presId="urn:microsoft.com/office/officeart/2018/2/layout/IconVerticalSolidList"/>
    <dgm:cxn modelId="{69141A93-58F9-440D-A634-D430C6A56F6F}" type="presParOf" srcId="{01DFA777-C82F-4230-A52D-37FAE7C5C7D7}" destId="{058621B5-B9CA-4175-B9C2-C763B20F4890}" srcOrd="2" destOrd="0" presId="urn:microsoft.com/office/officeart/2018/2/layout/IconVerticalSolidList"/>
    <dgm:cxn modelId="{82F2F46A-EE25-43C7-A377-660FA12E3936}" type="presParOf" srcId="{01DFA777-C82F-4230-A52D-37FAE7C5C7D7}" destId="{7E0BB8DE-105C-4CF5-B581-C9579358266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922BE7-C359-413E-8913-4AE00962AF48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6302BAA-BEC8-442C-890B-BF95068F4E1F}">
      <dgm:prSet custT="1"/>
      <dgm:spPr/>
      <dgm:t>
        <a:bodyPr/>
        <a:lstStyle/>
        <a:p>
          <a:r>
            <a:rPr lang="it-IT" sz="1200" dirty="0"/>
            <a:t>FTOptix, broker MQTT e modello ML girano su OptixEdge, anche </a:t>
          </a:r>
          <a:r>
            <a:rPr lang="it-IT" sz="1200" b="1" dirty="0"/>
            <a:t>offline: i dati restano locali.</a:t>
          </a:r>
          <a:endParaRPr lang="en-US" sz="1200" dirty="0"/>
        </a:p>
      </dgm:t>
    </dgm:pt>
    <dgm:pt modelId="{55FEBC1C-175D-480C-B894-A20F8F907BD9}" type="parTrans" cxnId="{6C645E15-FEA1-4EAC-8DF4-47DD35FC5E36}">
      <dgm:prSet/>
      <dgm:spPr/>
      <dgm:t>
        <a:bodyPr/>
        <a:lstStyle/>
        <a:p>
          <a:endParaRPr lang="en-US" sz="1800"/>
        </a:p>
      </dgm:t>
    </dgm:pt>
    <dgm:pt modelId="{9CB0A95C-8BF4-4DAF-BBFE-E3E8A429F812}" type="sibTrans" cxnId="{6C645E15-FEA1-4EAC-8DF4-47DD35FC5E36}">
      <dgm:prSet/>
      <dgm:spPr/>
      <dgm:t>
        <a:bodyPr/>
        <a:lstStyle/>
        <a:p>
          <a:endParaRPr lang="en-US" sz="1800"/>
        </a:p>
      </dgm:t>
    </dgm:pt>
    <dgm:pt modelId="{112C52B5-4938-4092-863B-F13933F878FC}">
      <dgm:prSet custT="1"/>
      <dgm:spPr/>
      <dgm:t>
        <a:bodyPr/>
        <a:lstStyle/>
        <a:p>
          <a:r>
            <a:rPr lang="it-IT" sz="1200"/>
            <a:t>Verso </a:t>
          </a:r>
          <a:r>
            <a:rPr lang="it-IT" sz="1200" b="1"/>
            <a:t>cloud</a:t>
          </a:r>
          <a:r>
            <a:rPr lang="it-IT" sz="1200"/>
            <a:t> o sistemi superiori non serve inviare tutti i dati grezzi; spesso basta </a:t>
          </a:r>
          <a:r>
            <a:rPr lang="it-IT" sz="1200" b="1"/>
            <a:t>inviare il risultato </a:t>
          </a:r>
          <a:r>
            <a:rPr lang="it-IT" sz="1200"/>
            <a:t>dell'elaborazione.</a:t>
          </a:r>
          <a:endParaRPr lang="en-US" sz="1200"/>
        </a:p>
      </dgm:t>
    </dgm:pt>
    <dgm:pt modelId="{0D46D88E-40B0-49C6-A104-EE302538406F}" type="parTrans" cxnId="{908F895B-B1D1-4811-8145-09D3C7136B48}">
      <dgm:prSet/>
      <dgm:spPr/>
      <dgm:t>
        <a:bodyPr/>
        <a:lstStyle/>
        <a:p>
          <a:endParaRPr lang="en-US" sz="1800"/>
        </a:p>
      </dgm:t>
    </dgm:pt>
    <dgm:pt modelId="{0488BD31-36AD-4DBC-A94F-140F5DBFC2BD}" type="sibTrans" cxnId="{908F895B-B1D1-4811-8145-09D3C7136B48}">
      <dgm:prSet/>
      <dgm:spPr/>
      <dgm:t>
        <a:bodyPr/>
        <a:lstStyle/>
        <a:p>
          <a:endParaRPr lang="en-US" sz="1800"/>
        </a:p>
      </dgm:t>
    </dgm:pt>
    <dgm:pt modelId="{D62E404A-4D32-4A5B-9984-B42F9BB73B65}">
      <dgm:prSet custT="1"/>
      <dgm:spPr/>
      <dgm:t>
        <a:bodyPr/>
        <a:lstStyle/>
        <a:p>
          <a:r>
            <a:rPr lang="it-IT" sz="1200" dirty="0"/>
            <a:t>Quando la macchina cambia comportamento per </a:t>
          </a:r>
          <a:r>
            <a:rPr lang="it-IT" sz="1200" b="1" dirty="0"/>
            <a:t>usura</a:t>
          </a:r>
          <a:r>
            <a:rPr lang="it-IT" sz="1200" dirty="0"/>
            <a:t>, manutenzione o sostituzione componenti, </a:t>
          </a:r>
          <a:r>
            <a:rPr lang="it-IT" sz="1200" b="1" dirty="0"/>
            <a:t>il modello può essere riaddestrato sulla nuova normalità</a:t>
          </a:r>
          <a:r>
            <a:rPr lang="it-IT" sz="1200" dirty="0"/>
            <a:t>.</a:t>
          </a:r>
          <a:endParaRPr lang="en-US" sz="1200" dirty="0"/>
        </a:p>
      </dgm:t>
    </dgm:pt>
    <dgm:pt modelId="{51072911-4BBB-4B96-BBED-DD34A19E369D}" type="parTrans" cxnId="{2A968FAB-1634-40AC-9AB2-8FAF47B08866}">
      <dgm:prSet/>
      <dgm:spPr/>
      <dgm:t>
        <a:bodyPr/>
        <a:lstStyle/>
        <a:p>
          <a:endParaRPr lang="en-US" sz="1800"/>
        </a:p>
      </dgm:t>
    </dgm:pt>
    <dgm:pt modelId="{0F4A91FF-8262-40BB-BED8-FD74DEA1F92B}" type="sibTrans" cxnId="{2A968FAB-1634-40AC-9AB2-8FAF47B08866}">
      <dgm:prSet/>
      <dgm:spPr/>
      <dgm:t>
        <a:bodyPr/>
        <a:lstStyle/>
        <a:p>
          <a:endParaRPr lang="en-US" sz="1800"/>
        </a:p>
      </dgm:t>
    </dgm:pt>
    <dgm:pt modelId="{F11B4398-8782-492D-A115-FEE4400E89A5}">
      <dgm:prSet custT="1"/>
      <dgm:spPr/>
      <dgm:t>
        <a:bodyPr/>
        <a:lstStyle/>
        <a:p>
          <a:r>
            <a:rPr lang="it-IT" sz="1200" b="1"/>
            <a:t>Lasciamo parlare i dati</a:t>
          </a:r>
          <a:r>
            <a:rPr lang="it-IT" sz="1200"/>
            <a:t>: sfruttiamo la conoscenza appresa direttamente dai dati di campo.</a:t>
          </a:r>
          <a:endParaRPr lang="en-US" sz="1200"/>
        </a:p>
      </dgm:t>
    </dgm:pt>
    <dgm:pt modelId="{76B27291-1044-40F2-9AFE-60A720AC2EEF}" type="parTrans" cxnId="{F4DA0EF6-EC40-461C-8EF4-FEAD7B7B662A}">
      <dgm:prSet/>
      <dgm:spPr/>
      <dgm:t>
        <a:bodyPr/>
        <a:lstStyle/>
        <a:p>
          <a:endParaRPr lang="en-US" sz="1800"/>
        </a:p>
      </dgm:t>
    </dgm:pt>
    <dgm:pt modelId="{4E14897C-2F50-47D9-A90C-6099AB28DE6A}" type="sibTrans" cxnId="{F4DA0EF6-EC40-461C-8EF4-FEAD7B7B662A}">
      <dgm:prSet/>
      <dgm:spPr/>
      <dgm:t>
        <a:bodyPr/>
        <a:lstStyle/>
        <a:p>
          <a:endParaRPr lang="en-US" sz="1800"/>
        </a:p>
      </dgm:t>
    </dgm:pt>
    <dgm:pt modelId="{414ED285-44F6-4F77-B448-744038321E51}" type="pres">
      <dgm:prSet presAssocID="{F6922BE7-C359-413E-8913-4AE00962AF4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8C317C-4D25-40E6-ADB3-7027E25F4804}" type="pres">
      <dgm:prSet presAssocID="{56302BAA-BEC8-442C-890B-BF95068F4E1F}" presName="hierRoot1" presStyleCnt="0"/>
      <dgm:spPr/>
    </dgm:pt>
    <dgm:pt modelId="{B83BEF6E-4AA1-4BC1-8706-AC8E6E8CC268}" type="pres">
      <dgm:prSet presAssocID="{56302BAA-BEC8-442C-890B-BF95068F4E1F}" presName="composite" presStyleCnt="0"/>
      <dgm:spPr/>
    </dgm:pt>
    <dgm:pt modelId="{AB9AD3C4-CE23-4E2C-842B-7D36B89BB022}" type="pres">
      <dgm:prSet presAssocID="{56302BAA-BEC8-442C-890B-BF95068F4E1F}" presName="background" presStyleLbl="node0" presStyleIdx="0" presStyleCnt="4"/>
      <dgm:spPr/>
    </dgm:pt>
    <dgm:pt modelId="{EC30C098-330B-466B-8734-D9F09B07CBD1}" type="pres">
      <dgm:prSet presAssocID="{56302BAA-BEC8-442C-890B-BF95068F4E1F}" presName="text" presStyleLbl="fgAcc0" presStyleIdx="0" presStyleCnt="4">
        <dgm:presLayoutVars>
          <dgm:chPref val="3"/>
        </dgm:presLayoutVars>
      </dgm:prSet>
      <dgm:spPr/>
    </dgm:pt>
    <dgm:pt modelId="{6255B740-4F58-451A-BF19-8FF17EA4D52F}" type="pres">
      <dgm:prSet presAssocID="{56302BAA-BEC8-442C-890B-BF95068F4E1F}" presName="hierChild2" presStyleCnt="0"/>
      <dgm:spPr/>
    </dgm:pt>
    <dgm:pt modelId="{16D62594-41C4-4AAE-B471-04297F9FBC7E}" type="pres">
      <dgm:prSet presAssocID="{112C52B5-4938-4092-863B-F13933F878FC}" presName="hierRoot1" presStyleCnt="0"/>
      <dgm:spPr/>
    </dgm:pt>
    <dgm:pt modelId="{1057168A-D908-44B6-B18A-71420A48A4C8}" type="pres">
      <dgm:prSet presAssocID="{112C52B5-4938-4092-863B-F13933F878FC}" presName="composite" presStyleCnt="0"/>
      <dgm:spPr/>
    </dgm:pt>
    <dgm:pt modelId="{186EFF8E-4E6C-4525-96A0-BCA911099218}" type="pres">
      <dgm:prSet presAssocID="{112C52B5-4938-4092-863B-F13933F878FC}" presName="background" presStyleLbl="node0" presStyleIdx="1" presStyleCnt="4"/>
      <dgm:spPr/>
    </dgm:pt>
    <dgm:pt modelId="{F6ABB3C7-219F-467A-B8EF-A7089D71024C}" type="pres">
      <dgm:prSet presAssocID="{112C52B5-4938-4092-863B-F13933F878FC}" presName="text" presStyleLbl="fgAcc0" presStyleIdx="1" presStyleCnt="4">
        <dgm:presLayoutVars>
          <dgm:chPref val="3"/>
        </dgm:presLayoutVars>
      </dgm:prSet>
      <dgm:spPr/>
    </dgm:pt>
    <dgm:pt modelId="{14C79C07-32D0-4370-BCDB-BBE478DFE2EC}" type="pres">
      <dgm:prSet presAssocID="{112C52B5-4938-4092-863B-F13933F878FC}" presName="hierChild2" presStyleCnt="0"/>
      <dgm:spPr/>
    </dgm:pt>
    <dgm:pt modelId="{4F231DAF-AB54-48C8-A5DA-1E3495B37EA7}" type="pres">
      <dgm:prSet presAssocID="{D62E404A-4D32-4A5B-9984-B42F9BB73B65}" presName="hierRoot1" presStyleCnt="0"/>
      <dgm:spPr/>
    </dgm:pt>
    <dgm:pt modelId="{BB978AC0-7E14-46C5-8893-856A492AA055}" type="pres">
      <dgm:prSet presAssocID="{D62E404A-4D32-4A5B-9984-B42F9BB73B65}" presName="composite" presStyleCnt="0"/>
      <dgm:spPr/>
    </dgm:pt>
    <dgm:pt modelId="{8F345D28-FD33-48D2-8BD7-49CE4EE63851}" type="pres">
      <dgm:prSet presAssocID="{D62E404A-4D32-4A5B-9984-B42F9BB73B65}" presName="background" presStyleLbl="node0" presStyleIdx="2" presStyleCnt="4"/>
      <dgm:spPr/>
    </dgm:pt>
    <dgm:pt modelId="{63A328C8-4DEB-430E-99BE-6E76690935E0}" type="pres">
      <dgm:prSet presAssocID="{D62E404A-4D32-4A5B-9984-B42F9BB73B65}" presName="text" presStyleLbl="fgAcc0" presStyleIdx="2" presStyleCnt="4">
        <dgm:presLayoutVars>
          <dgm:chPref val="3"/>
        </dgm:presLayoutVars>
      </dgm:prSet>
      <dgm:spPr/>
    </dgm:pt>
    <dgm:pt modelId="{23E5BC54-26B7-49F7-B322-4BFCAB287AFA}" type="pres">
      <dgm:prSet presAssocID="{D62E404A-4D32-4A5B-9984-B42F9BB73B65}" presName="hierChild2" presStyleCnt="0"/>
      <dgm:spPr/>
    </dgm:pt>
    <dgm:pt modelId="{7703120D-A76A-4346-883F-EB7CA07BB922}" type="pres">
      <dgm:prSet presAssocID="{F11B4398-8782-492D-A115-FEE4400E89A5}" presName="hierRoot1" presStyleCnt="0"/>
      <dgm:spPr/>
    </dgm:pt>
    <dgm:pt modelId="{85BF8BB9-4078-4760-96A0-241FC292440D}" type="pres">
      <dgm:prSet presAssocID="{F11B4398-8782-492D-A115-FEE4400E89A5}" presName="composite" presStyleCnt="0"/>
      <dgm:spPr/>
    </dgm:pt>
    <dgm:pt modelId="{3538D74A-6113-48BA-829B-12CA405E0893}" type="pres">
      <dgm:prSet presAssocID="{F11B4398-8782-492D-A115-FEE4400E89A5}" presName="background" presStyleLbl="node0" presStyleIdx="3" presStyleCnt="4"/>
      <dgm:spPr/>
    </dgm:pt>
    <dgm:pt modelId="{11B0DB58-04D2-4643-9163-F397D1DE9B74}" type="pres">
      <dgm:prSet presAssocID="{F11B4398-8782-492D-A115-FEE4400E89A5}" presName="text" presStyleLbl="fgAcc0" presStyleIdx="3" presStyleCnt="4">
        <dgm:presLayoutVars>
          <dgm:chPref val="3"/>
        </dgm:presLayoutVars>
      </dgm:prSet>
      <dgm:spPr/>
    </dgm:pt>
    <dgm:pt modelId="{2F838A86-5CDB-489A-BB01-63EF31710BEB}" type="pres">
      <dgm:prSet presAssocID="{F11B4398-8782-492D-A115-FEE4400E89A5}" presName="hierChild2" presStyleCnt="0"/>
      <dgm:spPr/>
    </dgm:pt>
  </dgm:ptLst>
  <dgm:cxnLst>
    <dgm:cxn modelId="{6C645E15-FEA1-4EAC-8DF4-47DD35FC5E36}" srcId="{F6922BE7-C359-413E-8913-4AE00962AF48}" destId="{56302BAA-BEC8-442C-890B-BF95068F4E1F}" srcOrd="0" destOrd="0" parTransId="{55FEBC1C-175D-480C-B894-A20F8F907BD9}" sibTransId="{9CB0A95C-8BF4-4DAF-BBFE-E3E8A429F812}"/>
    <dgm:cxn modelId="{908F895B-B1D1-4811-8145-09D3C7136B48}" srcId="{F6922BE7-C359-413E-8913-4AE00962AF48}" destId="{112C52B5-4938-4092-863B-F13933F878FC}" srcOrd="1" destOrd="0" parTransId="{0D46D88E-40B0-49C6-A104-EE302538406F}" sibTransId="{0488BD31-36AD-4DBC-A94F-140F5DBFC2BD}"/>
    <dgm:cxn modelId="{D9532589-C1F1-4E5D-904D-4805B36065A9}" type="presOf" srcId="{56302BAA-BEC8-442C-890B-BF95068F4E1F}" destId="{EC30C098-330B-466B-8734-D9F09B07CBD1}" srcOrd="0" destOrd="0" presId="urn:microsoft.com/office/officeart/2005/8/layout/hierarchy1"/>
    <dgm:cxn modelId="{CE50F2A9-E79E-4DC6-B713-C00A1000D165}" type="presOf" srcId="{F6922BE7-C359-413E-8913-4AE00962AF48}" destId="{414ED285-44F6-4F77-B448-744038321E51}" srcOrd="0" destOrd="0" presId="urn:microsoft.com/office/officeart/2005/8/layout/hierarchy1"/>
    <dgm:cxn modelId="{2A968FAB-1634-40AC-9AB2-8FAF47B08866}" srcId="{F6922BE7-C359-413E-8913-4AE00962AF48}" destId="{D62E404A-4D32-4A5B-9984-B42F9BB73B65}" srcOrd="2" destOrd="0" parTransId="{51072911-4BBB-4B96-BBED-DD34A19E369D}" sibTransId="{0F4A91FF-8262-40BB-BED8-FD74DEA1F92B}"/>
    <dgm:cxn modelId="{01FB80D3-F241-4EFE-A1EB-7277EA259066}" type="presOf" srcId="{D62E404A-4D32-4A5B-9984-B42F9BB73B65}" destId="{63A328C8-4DEB-430E-99BE-6E76690935E0}" srcOrd="0" destOrd="0" presId="urn:microsoft.com/office/officeart/2005/8/layout/hierarchy1"/>
    <dgm:cxn modelId="{51FF91D7-D255-49A1-94B5-3A3E5F1EA36F}" type="presOf" srcId="{112C52B5-4938-4092-863B-F13933F878FC}" destId="{F6ABB3C7-219F-467A-B8EF-A7089D71024C}" srcOrd="0" destOrd="0" presId="urn:microsoft.com/office/officeart/2005/8/layout/hierarchy1"/>
    <dgm:cxn modelId="{8788ECDC-0A09-4735-A7A6-8381553DCC63}" type="presOf" srcId="{F11B4398-8782-492D-A115-FEE4400E89A5}" destId="{11B0DB58-04D2-4643-9163-F397D1DE9B74}" srcOrd="0" destOrd="0" presId="urn:microsoft.com/office/officeart/2005/8/layout/hierarchy1"/>
    <dgm:cxn modelId="{F4DA0EF6-EC40-461C-8EF4-FEAD7B7B662A}" srcId="{F6922BE7-C359-413E-8913-4AE00962AF48}" destId="{F11B4398-8782-492D-A115-FEE4400E89A5}" srcOrd="3" destOrd="0" parTransId="{76B27291-1044-40F2-9AFE-60A720AC2EEF}" sibTransId="{4E14897C-2F50-47D9-A90C-6099AB28DE6A}"/>
    <dgm:cxn modelId="{5B6481FF-3DFC-4D91-BA25-B47437E5D0BA}" type="presParOf" srcId="{414ED285-44F6-4F77-B448-744038321E51}" destId="{678C317C-4D25-40E6-ADB3-7027E25F4804}" srcOrd="0" destOrd="0" presId="urn:microsoft.com/office/officeart/2005/8/layout/hierarchy1"/>
    <dgm:cxn modelId="{784EA990-EE91-4D2E-AAA3-7168378B9FB6}" type="presParOf" srcId="{678C317C-4D25-40E6-ADB3-7027E25F4804}" destId="{B83BEF6E-4AA1-4BC1-8706-AC8E6E8CC268}" srcOrd="0" destOrd="0" presId="urn:microsoft.com/office/officeart/2005/8/layout/hierarchy1"/>
    <dgm:cxn modelId="{81E7D3C7-0427-4C25-A126-E921FD10666B}" type="presParOf" srcId="{B83BEF6E-4AA1-4BC1-8706-AC8E6E8CC268}" destId="{AB9AD3C4-CE23-4E2C-842B-7D36B89BB022}" srcOrd="0" destOrd="0" presId="urn:microsoft.com/office/officeart/2005/8/layout/hierarchy1"/>
    <dgm:cxn modelId="{1F840874-0F71-4105-8E53-449A36F4CA5F}" type="presParOf" srcId="{B83BEF6E-4AA1-4BC1-8706-AC8E6E8CC268}" destId="{EC30C098-330B-466B-8734-D9F09B07CBD1}" srcOrd="1" destOrd="0" presId="urn:microsoft.com/office/officeart/2005/8/layout/hierarchy1"/>
    <dgm:cxn modelId="{F0C9BAEF-9525-43D9-B8E0-A539DE0BABAF}" type="presParOf" srcId="{678C317C-4D25-40E6-ADB3-7027E25F4804}" destId="{6255B740-4F58-451A-BF19-8FF17EA4D52F}" srcOrd="1" destOrd="0" presId="urn:microsoft.com/office/officeart/2005/8/layout/hierarchy1"/>
    <dgm:cxn modelId="{64EF3335-8139-4915-8D13-DD41FCDF0F96}" type="presParOf" srcId="{414ED285-44F6-4F77-B448-744038321E51}" destId="{16D62594-41C4-4AAE-B471-04297F9FBC7E}" srcOrd="1" destOrd="0" presId="urn:microsoft.com/office/officeart/2005/8/layout/hierarchy1"/>
    <dgm:cxn modelId="{EE160DD6-E9A8-4DF8-BDAD-460B884043A6}" type="presParOf" srcId="{16D62594-41C4-4AAE-B471-04297F9FBC7E}" destId="{1057168A-D908-44B6-B18A-71420A48A4C8}" srcOrd="0" destOrd="0" presId="urn:microsoft.com/office/officeart/2005/8/layout/hierarchy1"/>
    <dgm:cxn modelId="{436683E3-F1E4-4C9D-9A3F-C1E34D72BCDA}" type="presParOf" srcId="{1057168A-D908-44B6-B18A-71420A48A4C8}" destId="{186EFF8E-4E6C-4525-96A0-BCA911099218}" srcOrd="0" destOrd="0" presId="urn:microsoft.com/office/officeart/2005/8/layout/hierarchy1"/>
    <dgm:cxn modelId="{FF712E8F-1EEA-4F07-ABC2-C0D5DAF51C43}" type="presParOf" srcId="{1057168A-D908-44B6-B18A-71420A48A4C8}" destId="{F6ABB3C7-219F-467A-B8EF-A7089D71024C}" srcOrd="1" destOrd="0" presId="urn:microsoft.com/office/officeart/2005/8/layout/hierarchy1"/>
    <dgm:cxn modelId="{F8F30AF7-F190-44DF-8C22-4D82C36BE54C}" type="presParOf" srcId="{16D62594-41C4-4AAE-B471-04297F9FBC7E}" destId="{14C79C07-32D0-4370-BCDB-BBE478DFE2EC}" srcOrd="1" destOrd="0" presId="urn:microsoft.com/office/officeart/2005/8/layout/hierarchy1"/>
    <dgm:cxn modelId="{0E15ED23-DC09-4F28-B9B3-C425047A746B}" type="presParOf" srcId="{414ED285-44F6-4F77-B448-744038321E51}" destId="{4F231DAF-AB54-48C8-A5DA-1E3495B37EA7}" srcOrd="2" destOrd="0" presId="urn:microsoft.com/office/officeart/2005/8/layout/hierarchy1"/>
    <dgm:cxn modelId="{4DAAD20F-07EB-4310-93EC-C91FF2D5DDD0}" type="presParOf" srcId="{4F231DAF-AB54-48C8-A5DA-1E3495B37EA7}" destId="{BB978AC0-7E14-46C5-8893-856A492AA055}" srcOrd="0" destOrd="0" presId="urn:microsoft.com/office/officeart/2005/8/layout/hierarchy1"/>
    <dgm:cxn modelId="{1642E05C-2C95-4CE1-95DA-19CD8C26F358}" type="presParOf" srcId="{BB978AC0-7E14-46C5-8893-856A492AA055}" destId="{8F345D28-FD33-48D2-8BD7-49CE4EE63851}" srcOrd="0" destOrd="0" presId="urn:microsoft.com/office/officeart/2005/8/layout/hierarchy1"/>
    <dgm:cxn modelId="{3A238F2F-F508-4CD0-9186-6894F35CFDF7}" type="presParOf" srcId="{BB978AC0-7E14-46C5-8893-856A492AA055}" destId="{63A328C8-4DEB-430E-99BE-6E76690935E0}" srcOrd="1" destOrd="0" presId="urn:microsoft.com/office/officeart/2005/8/layout/hierarchy1"/>
    <dgm:cxn modelId="{CFE30323-4EB7-4725-8FD5-9D4D01051D5E}" type="presParOf" srcId="{4F231DAF-AB54-48C8-A5DA-1E3495B37EA7}" destId="{23E5BC54-26B7-49F7-B322-4BFCAB287AFA}" srcOrd="1" destOrd="0" presId="urn:microsoft.com/office/officeart/2005/8/layout/hierarchy1"/>
    <dgm:cxn modelId="{1A2890E7-BBE3-4329-96DD-EA2A84B9FF43}" type="presParOf" srcId="{414ED285-44F6-4F77-B448-744038321E51}" destId="{7703120D-A76A-4346-883F-EB7CA07BB922}" srcOrd="3" destOrd="0" presId="urn:microsoft.com/office/officeart/2005/8/layout/hierarchy1"/>
    <dgm:cxn modelId="{EFFDF4BB-DF0E-4C88-A763-F11D1D7DC562}" type="presParOf" srcId="{7703120D-A76A-4346-883F-EB7CA07BB922}" destId="{85BF8BB9-4078-4760-96A0-241FC292440D}" srcOrd="0" destOrd="0" presId="urn:microsoft.com/office/officeart/2005/8/layout/hierarchy1"/>
    <dgm:cxn modelId="{F78F14B8-DEB4-4733-949A-4925C59E7F01}" type="presParOf" srcId="{85BF8BB9-4078-4760-96A0-241FC292440D}" destId="{3538D74A-6113-48BA-829B-12CA405E0893}" srcOrd="0" destOrd="0" presId="urn:microsoft.com/office/officeart/2005/8/layout/hierarchy1"/>
    <dgm:cxn modelId="{C774C139-1D1A-494F-ACD6-D1A0234588FF}" type="presParOf" srcId="{85BF8BB9-4078-4760-96A0-241FC292440D}" destId="{11B0DB58-04D2-4643-9163-F397D1DE9B74}" srcOrd="1" destOrd="0" presId="urn:microsoft.com/office/officeart/2005/8/layout/hierarchy1"/>
    <dgm:cxn modelId="{F80F0528-D456-49D3-95B0-19ED5A11180B}" type="presParOf" srcId="{7703120D-A76A-4346-883F-EB7CA07BB922}" destId="{2F838A86-5CDB-489A-BB01-63EF31710BE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5A456-9A0E-40A8-92AE-B53D5EC73BCE}">
      <dsp:nvSpPr>
        <dsp:cNvPr id="0" name=""/>
        <dsp:cNvSpPr/>
      </dsp:nvSpPr>
      <dsp:spPr>
        <a:xfrm>
          <a:off x="0" y="478"/>
          <a:ext cx="10925175" cy="11189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D124C8-D9BF-4689-BA1C-8AF2B18D6EB8}">
      <dsp:nvSpPr>
        <dsp:cNvPr id="0" name=""/>
        <dsp:cNvSpPr/>
      </dsp:nvSpPr>
      <dsp:spPr>
        <a:xfrm>
          <a:off x="338485" y="252243"/>
          <a:ext cx="615427" cy="6154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C5080-1BF2-47D6-9C79-08B84F6FFB0A}">
      <dsp:nvSpPr>
        <dsp:cNvPr id="0" name=""/>
        <dsp:cNvSpPr/>
      </dsp:nvSpPr>
      <dsp:spPr>
        <a:xfrm>
          <a:off x="1292397" y="478"/>
          <a:ext cx="9632777" cy="111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23" tIns="118423" rIns="118423" bIns="1184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Lo scenario anomalo spinge fuori profilo alcuni tag chiave come velocità filo, tensione e correnti motore; il risultato atteso è `is_anomaly = true`.</a:t>
          </a:r>
          <a:endParaRPr lang="en-US" sz="2300" kern="1200"/>
        </a:p>
      </dsp:txBody>
      <dsp:txXfrm>
        <a:off x="1292397" y="478"/>
        <a:ext cx="9632777" cy="1118959"/>
      </dsp:txXfrm>
    </dsp:sp>
    <dsp:sp modelId="{AC837DA5-8E68-4BDC-841E-18BCBD91BDEC}">
      <dsp:nvSpPr>
        <dsp:cNvPr id="0" name=""/>
        <dsp:cNvSpPr/>
      </dsp:nvSpPr>
      <dsp:spPr>
        <a:xfrm>
          <a:off x="0" y="1399176"/>
          <a:ext cx="10925175" cy="11189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C2722-E45E-49F9-8654-CFA114F0E610}">
      <dsp:nvSpPr>
        <dsp:cNvPr id="0" name=""/>
        <dsp:cNvSpPr/>
      </dsp:nvSpPr>
      <dsp:spPr>
        <a:xfrm>
          <a:off x="338485" y="1650942"/>
          <a:ext cx="615427" cy="6154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95DFC-ED41-4199-9C60-E225D8EEAE4B}">
      <dsp:nvSpPr>
        <dsp:cNvPr id="0" name=""/>
        <dsp:cNvSpPr/>
      </dsp:nvSpPr>
      <dsp:spPr>
        <a:xfrm>
          <a:off x="1292397" y="1399176"/>
          <a:ext cx="9632777" cy="111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23" tIns="118423" rIns="118423" bIns="1184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/>
            <a:t>In demo il bottone forza proprio questo cambio di comportamento e il feedback macchina cambia quando il detector pubblica l'esito.</a:t>
          </a:r>
          <a:endParaRPr lang="en-US" sz="2300" kern="1200"/>
        </a:p>
      </dsp:txBody>
      <dsp:txXfrm>
        <a:off x="1292397" y="1399176"/>
        <a:ext cx="9632777" cy="1118959"/>
      </dsp:txXfrm>
    </dsp:sp>
    <dsp:sp modelId="{497F6A3E-3A70-48F2-878A-3C1ABBA2D9C9}">
      <dsp:nvSpPr>
        <dsp:cNvPr id="0" name=""/>
        <dsp:cNvSpPr/>
      </dsp:nvSpPr>
      <dsp:spPr>
        <a:xfrm>
          <a:off x="0" y="2797875"/>
          <a:ext cx="10925175" cy="111895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D0F7E-F4BF-439F-8CA6-6002D67AFCB2}">
      <dsp:nvSpPr>
        <dsp:cNvPr id="0" name=""/>
        <dsp:cNvSpPr/>
      </dsp:nvSpPr>
      <dsp:spPr>
        <a:xfrm>
          <a:off x="338485" y="3049641"/>
          <a:ext cx="615427" cy="6154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BB8DE-105C-4CF5-B581-C95793582668}">
      <dsp:nvSpPr>
        <dsp:cNvPr id="0" name=""/>
        <dsp:cNvSpPr/>
      </dsp:nvSpPr>
      <dsp:spPr>
        <a:xfrm>
          <a:off x="1292397" y="2797875"/>
          <a:ext cx="9632777" cy="11189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423" tIns="118423" rIns="118423" bIns="11842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300" kern="1200" dirty="0"/>
            <a:t>Il modello non dice quale componente è guasto: segnala che il pattern operativo non è coerente con la normalità appresa. </a:t>
          </a:r>
          <a:endParaRPr lang="en-US" sz="2300" kern="1200" dirty="0"/>
        </a:p>
      </dsp:txBody>
      <dsp:txXfrm>
        <a:off x="1292397" y="2797875"/>
        <a:ext cx="9632777" cy="11189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9AD3C4-CE23-4E2C-842B-7D36B89BB022}">
      <dsp:nvSpPr>
        <dsp:cNvPr id="0" name=""/>
        <dsp:cNvSpPr/>
      </dsp:nvSpPr>
      <dsp:spPr>
        <a:xfrm>
          <a:off x="3200" y="1112451"/>
          <a:ext cx="2285324" cy="145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C30C098-330B-466B-8734-D9F09B07CBD1}">
      <dsp:nvSpPr>
        <dsp:cNvPr id="0" name=""/>
        <dsp:cNvSpPr/>
      </dsp:nvSpPr>
      <dsp:spPr>
        <a:xfrm>
          <a:off x="257125" y="1353680"/>
          <a:ext cx="2285324" cy="1451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FTOptix, broker MQTT e modello ML girano su OptixEdge, anche </a:t>
          </a:r>
          <a:r>
            <a:rPr lang="it-IT" sz="1200" b="1" kern="1200" dirty="0"/>
            <a:t>offline: i dati restano locali.</a:t>
          </a:r>
          <a:endParaRPr lang="en-US" sz="1200" kern="1200" dirty="0"/>
        </a:p>
      </dsp:txBody>
      <dsp:txXfrm>
        <a:off x="299629" y="1396184"/>
        <a:ext cx="2200316" cy="1366173"/>
      </dsp:txXfrm>
    </dsp:sp>
    <dsp:sp modelId="{186EFF8E-4E6C-4525-96A0-BCA911099218}">
      <dsp:nvSpPr>
        <dsp:cNvPr id="0" name=""/>
        <dsp:cNvSpPr/>
      </dsp:nvSpPr>
      <dsp:spPr>
        <a:xfrm>
          <a:off x="2796375" y="1112451"/>
          <a:ext cx="2285324" cy="145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ABB3C7-219F-467A-B8EF-A7089D71024C}">
      <dsp:nvSpPr>
        <dsp:cNvPr id="0" name=""/>
        <dsp:cNvSpPr/>
      </dsp:nvSpPr>
      <dsp:spPr>
        <a:xfrm>
          <a:off x="3050300" y="1353680"/>
          <a:ext cx="2285324" cy="1451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/>
            <a:t>Verso </a:t>
          </a:r>
          <a:r>
            <a:rPr lang="it-IT" sz="1200" b="1" kern="1200"/>
            <a:t>cloud</a:t>
          </a:r>
          <a:r>
            <a:rPr lang="it-IT" sz="1200" kern="1200"/>
            <a:t> o sistemi superiori non serve inviare tutti i dati grezzi; spesso basta </a:t>
          </a:r>
          <a:r>
            <a:rPr lang="it-IT" sz="1200" b="1" kern="1200"/>
            <a:t>inviare il risultato </a:t>
          </a:r>
          <a:r>
            <a:rPr lang="it-IT" sz="1200" kern="1200"/>
            <a:t>dell'elaborazione.</a:t>
          </a:r>
          <a:endParaRPr lang="en-US" sz="1200" kern="1200"/>
        </a:p>
      </dsp:txBody>
      <dsp:txXfrm>
        <a:off x="3092804" y="1396184"/>
        <a:ext cx="2200316" cy="1366173"/>
      </dsp:txXfrm>
    </dsp:sp>
    <dsp:sp modelId="{8F345D28-FD33-48D2-8BD7-49CE4EE63851}">
      <dsp:nvSpPr>
        <dsp:cNvPr id="0" name=""/>
        <dsp:cNvSpPr/>
      </dsp:nvSpPr>
      <dsp:spPr>
        <a:xfrm>
          <a:off x="5589549" y="1112451"/>
          <a:ext cx="2285324" cy="145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3A328C8-4DEB-430E-99BE-6E76690935E0}">
      <dsp:nvSpPr>
        <dsp:cNvPr id="0" name=""/>
        <dsp:cNvSpPr/>
      </dsp:nvSpPr>
      <dsp:spPr>
        <a:xfrm>
          <a:off x="5843474" y="1353680"/>
          <a:ext cx="2285324" cy="1451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kern="1200" dirty="0"/>
            <a:t>Quando la macchina cambia comportamento per </a:t>
          </a:r>
          <a:r>
            <a:rPr lang="it-IT" sz="1200" b="1" kern="1200" dirty="0"/>
            <a:t>usura</a:t>
          </a:r>
          <a:r>
            <a:rPr lang="it-IT" sz="1200" kern="1200" dirty="0"/>
            <a:t>, manutenzione o sostituzione componenti, </a:t>
          </a:r>
          <a:r>
            <a:rPr lang="it-IT" sz="1200" b="1" kern="1200" dirty="0"/>
            <a:t>il modello può essere riaddestrato sulla nuova normalità</a:t>
          </a:r>
          <a:r>
            <a:rPr lang="it-IT" sz="1200" kern="1200" dirty="0"/>
            <a:t>.</a:t>
          </a:r>
          <a:endParaRPr lang="en-US" sz="1200" kern="1200" dirty="0"/>
        </a:p>
      </dsp:txBody>
      <dsp:txXfrm>
        <a:off x="5885978" y="1396184"/>
        <a:ext cx="2200316" cy="1366173"/>
      </dsp:txXfrm>
    </dsp:sp>
    <dsp:sp modelId="{3538D74A-6113-48BA-829B-12CA405E0893}">
      <dsp:nvSpPr>
        <dsp:cNvPr id="0" name=""/>
        <dsp:cNvSpPr/>
      </dsp:nvSpPr>
      <dsp:spPr>
        <a:xfrm>
          <a:off x="8382724" y="1112451"/>
          <a:ext cx="2285324" cy="1451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1B0DB58-04D2-4643-9163-F397D1DE9B74}">
      <dsp:nvSpPr>
        <dsp:cNvPr id="0" name=""/>
        <dsp:cNvSpPr/>
      </dsp:nvSpPr>
      <dsp:spPr>
        <a:xfrm>
          <a:off x="8636649" y="1353680"/>
          <a:ext cx="2285324" cy="14511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200" b="1" kern="1200"/>
            <a:t>Lasciamo parlare i dati</a:t>
          </a:r>
          <a:r>
            <a:rPr lang="it-IT" sz="1200" kern="1200"/>
            <a:t>: sfruttiamo la conoscenza appresa direttamente dai dati di campo.</a:t>
          </a:r>
          <a:endParaRPr lang="en-US" sz="1200" kern="1200"/>
        </a:p>
      </dsp:txBody>
      <dsp:txXfrm>
        <a:off x="8679153" y="1396184"/>
        <a:ext cx="2200316" cy="13661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66DC16-4B0B-CD93-FC53-B16019F0B1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68FBD1-28C1-3CB6-4483-37E85A5657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3C68E-A17C-4941-BAF8-A1BC515851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7B73B-C8FC-E1E7-0BDD-4F70F1FEE0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2E0E0-D5DC-2FC3-BD6A-83DA14CA29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CC7D-702B-4D14-87A7-D9BAE4017F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2933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68EAF-E4A8-47FD-8198-F0FDD4AE55B1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11BD98-2CE2-4194-AF23-E1CFF8303C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58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uilding with a round roof&#10;&#10;Description automatically generated with medium confidence">
            <a:extLst>
              <a:ext uri="{FF2B5EF4-FFF2-40B4-BE49-F238E27FC236}">
                <a16:creationId xmlns:a16="http://schemas.microsoft.com/office/drawing/2014/main" id="{1B35876A-68CE-9E4C-F7EA-27FF60597E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E04235-4ADB-836B-F782-02763489EE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098" r="8358" b="1275"/>
          <a:stretch/>
        </p:blipFill>
        <p:spPr>
          <a:xfrm>
            <a:off x="6355315" y="0"/>
            <a:ext cx="5836686" cy="6858000"/>
          </a:xfrm>
          <a:prstGeom prst="rect">
            <a:avLst/>
          </a:prstGeom>
        </p:spPr>
      </p:pic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BB6390F-89F7-83E2-517A-EAD76D0B82E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3040" y="6014543"/>
            <a:ext cx="1901248" cy="467591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6680A45-FE6F-4B65-AC1E-F5681E4A844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329" y="721434"/>
            <a:ext cx="5248656" cy="645477"/>
          </a:xfrm>
          <a:prstGeom prst="rect">
            <a:avLst/>
          </a:prstGeom>
          <a:solidFill>
            <a:srgbClr val="0090D2"/>
          </a:solidFill>
        </p:spPr>
        <p:txBody>
          <a:bodyPr anchor="b"/>
          <a:lstStyle>
            <a:lvl1pPr algn="l">
              <a:defRPr sz="4000" b="1" cap="all" baseline="0">
                <a:solidFill>
                  <a:schemeClr val="bg1"/>
                </a:solidFill>
                <a:latin typeface="Barlow" panose="00000500000000000000" pitchFamily="2" charset="0"/>
              </a:defRPr>
            </a:lvl1pPr>
          </a:lstStyle>
          <a:p>
            <a:r>
              <a:rPr lang="it-IT" dirty="0"/>
              <a:t>PRESENTATION TITLE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1E698A1-37EC-4EB7-ACEA-DA850BD71A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3329" y="1372309"/>
            <a:ext cx="8288215" cy="463525"/>
          </a:xfrm>
          <a:prstGeom prst="rect">
            <a:avLst/>
          </a:prstGeom>
          <a:solidFill>
            <a:srgbClr val="323E48">
              <a:alpha val="77000"/>
            </a:srgbClr>
          </a:solidFill>
        </p:spPr>
        <p:txBody>
          <a:bodyPr/>
          <a:lstStyle>
            <a:lvl1pPr marL="0" indent="0" algn="l">
              <a:buNone/>
              <a:defRPr sz="2400" b="1" cap="all" baseline="0">
                <a:solidFill>
                  <a:schemeClr val="bg1"/>
                </a:solidFill>
                <a:latin typeface="Barlow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SUBTITLE OF THE PRESENTATION – GENERAL DESCRIPTION</a:t>
            </a:r>
          </a:p>
        </p:txBody>
      </p:sp>
    </p:spTree>
    <p:extLst>
      <p:ext uri="{BB962C8B-B14F-4D97-AF65-F5344CB8AC3E}">
        <p14:creationId xmlns:p14="http://schemas.microsoft.com/office/powerpoint/2010/main" val="24398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F03D-CEE7-9DE4-72CD-D97B624B7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744" y="350407"/>
            <a:ext cx="8473861" cy="463525"/>
          </a:xfrm>
          <a:prstGeom prst="rect">
            <a:avLst/>
          </a:prstGeom>
        </p:spPr>
        <p:txBody>
          <a:bodyPr/>
          <a:lstStyle>
            <a:lvl1pPr>
              <a:defRPr lang="en-US" sz="2400" b="1" cap="all" baseline="0" dirty="0"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14FE9867-D17D-A0B7-A7A2-E2A9812768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67663" y="2442466"/>
            <a:ext cx="1682496" cy="86793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indent="0">
              <a:buNone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r>
              <a:rPr lang="en-US"/>
              <a:t>Enter list item here or delete the number if not applicable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0CA6DF67-F8EF-BFCB-5584-75C4AE6A15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37065" y="2399378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4F32968-FE2D-1C1B-E51B-2EAC6A4A22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05938" y="2399378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48136EE8-8966-5177-CF15-B0207F731A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68316" y="2399378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77E4262F-BACF-4049-5690-AA267B0D02B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9798" y="4050963"/>
            <a:ext cx="1682496" cy="954107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A2D8A71B-3AF7-B615-96CA-6B55FA6B03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37065" y="4050963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CF57703-F8F6-4AED-C818-8B6600D02E0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05938" y="4050963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09037D19-F694-EC0D-5FDD-6573CD69E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68316" y="4050963"/>
            <a:ext cx="1679197" cy="954107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 sz="1400">
                <a:solidFill>
                  <a:srgbClr val="454F5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BB2332"/>
              </a:buClr>
              <a:buSzTx/>
              <a:buFont typeface="Wingdings" charset="2"/>
              <a:buNone/>
              <a:tabLst/>
              <a:defRPr/>
            </a:pPr>
            <a:r>
              <a:rPr lang="en-US"/>
              <a:t>Enter list item here or delete the number if not applicable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DB273590-5222-8017-D1BA-6199C73579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8253" y="2065304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E54B2BA-1E55-EB38-081A-529871113E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4303" y="2065304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8C86016C-13D6-8870-FAE6-9D0DC09E008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60353" y="2065304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141E3A97-75EF-E303-D74D-38A9DC24CA2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26403" y="2065304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C6FF13A-F843-A96E-6F03-C0ACC9F6BD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26403" y="3734447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8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0D548D2D-761A-0107-182D-9209DD5CEDA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0354" y="3734447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7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A70B6A6F-2935-637D-9396-2538DE28DA4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94304" y="3734447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6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5811C850-1CE5-29ED-6CF0-47F4674A3D6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8254" y="3734447"/>
            <a:ext cx="822960" cy="156966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9600" b="0">
                <a:solidFill>
                  <a:schemeClr val="tx1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235C1D0D-37D1-AA4E-6AC5-D04F8DC8C1F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81744" y="904554"/>
            <a:ext cx="11428510" cy="348813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lnSpc>
                <a:spcPts val="2000"/>
              </a:lnSpc>
              <a:buNone/>
              <a:defRPr sz="1800" b="0" i="0">
                <a:solidFill>
                  <a:schemeClr val="bg2"/>
                </a:solidFill>
                <a:latin typeface="+mn-lt"/>
              </a:defRPr>
            </a:lvl1pPr>
            <a:lvl2pPr marL="768178" indent="0">
              <a:buNone/>
              <a:defRPr/>
            </a:lvl2pPr>
            <a:lvl3pPr marL="1377641" indent="0">
              <a:buNone/>
              <a:defRPr/>
            </a:lvl3pPr>
            <a:lvl4pPr marL="1828389" indent="0">
              <a:buNone/>
              <a:defRPr/>
            </a:lvl4pPr>
            <a:lvl5pPr marL="2437851" indent="0">
              <a:buNone/>
              <a:defRPr/>
            </a:lvl5pPr>
          </a:lstStyle>
          <a:p>
            <a:pPr lvl="0"/>
            <a:r>
              <a:rPr lang="en-US"/>
              <a:t>Click to edit subhead content and make sure it is in sentence case or delete if not needed</a:t>
            </a:r>
          </a:p>
        </p:txBody>
      </p:sp>
    </p:spTree>
    <p:extLst>
      <p:ext uri="{BB962C8B-B14F-4D97-AF65-F5344CB8AC3E}">
        <p14:creationId xmlns:p14="http://schemas.microsoft.com/office/powerpoint/2010/main" val="73637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BD603-0B28-4C15-AA81-6E31EB82C9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97" y="1204111"/>
            <a:ext cx="10912397" cy="47349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BEDA65-989C-44A4-9495-87506D1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9228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0006B39D-C172-8D5B-A7A4-5F06A6F609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175534B3-3C2B-9212-DD01-2F789E0439D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714A0C2-C44C-ADDF-2073-2F393791E6E5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27F22F2-D51A-FB1A-97C6-37A5061B999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0F1A0E-22AE-C26B-5EEC-95C4D720EF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</p:spTree>
    <p:extLst>
      <p:ext uri="{BB962C8B-B14F-4D97-AF65-F5344CB8AC3E}">
        <p14:creationId xmlns:p14="http://schemas.microsoft.com/office/powerpoint/2010/main" val="104760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7B67E6A4-824F-4B8C-8F19-6FADA82AA7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3329" y="2046848"/>
            <a:ext cx="4752002" cy="1447789"/>
          </a:xfrm>
          <a:prstGeom prst="rect">
            <a:avLst/>
          </a:prstGeom>
          <a:solidFill>
            <a:srgbClr val="0090D2">
              <a:alpha val="60000"/>
            </a:srgbClr>
          </a:solidFill>
        </p:spPr>
        <p:txBody>
          <a:bodyPr anchor="ctr" anchorCtr="0"/>
          <a:lstStyle>
            <a:lvl1pPr algn="l">
              <a:defRPr sz="2400" b="1" cap="all" baseline="0">
                <a:solidFill>
                  <a:schemeClr val="bg1"/>
                </a:solidFill>
                <a:latin typeface="Barlow" panose="00000500000000000000" pitchFamily="2" charset="0"/>
              </a:defRPr>
            </a:lvl1pPr>
          </a:lstStyle>
          <a:p>
            <a:r>
              <a:rPr lang="it-IT" dirty="0"/>
              <a:t>SECTION NAME – COVER SLIDE</a:t>
            </a:r>
          </a:p>
        </p:txBody>
      </p:sp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F6A0C5E4-4EC2-BE55-C1BF-ABBD87FEAA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4AB0BCD5-DCA3-8596-13E0-59D9757C47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F9679F-55DA-8EC0-DEB2-C88992D51968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CFB4D215-DD12-1330-B688-D5E4F59CC3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AE2BA9-442F-6858-1CD8-07E6B07E14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</p:spTree>
    <p:extLst>
      <p:ext uri="{BB962C8B-B14F-4D97-AF65-F5344CB8AC3E}">
        <p14:creationId xmlns:p14="http://schemas.microsoft.com/office/powerpoint/2010/main" val="277330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 grey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1BD603-0B28-4C15-AA81-6E31EB82C9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7397" y="1204111"/>
            <a:ext cx="10912397" cy="47349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it-IT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BEDA65-989C-44A4-9495-87506D16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9228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pic>
        <p:nvPicPr>
          <p:cNvPr id="5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B59F9AED-DD25-2FD3-EE4C-7E5A8B7A8E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3E9E76A2-3869-1B6B-9C75-69469BF9599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06F8B84-CA27-3CB8-E970-A6967935F7EF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B829E3E-3CB2-B54B-CFF8-82A35F5AEE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85474-4135-0412-7A46-4F9FDF60E4E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</p:spTree>
    <p:extLst>
      <p:ext uri="{BB962C8B-B14F-4D97-AF65-F5344CB8AC3E}">
        <p14:creationId xmlns:p14="http://schemas.microsoft.com/office/powerpoint/2010/main" val="406075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BB90F5E6-C793-4774-977F-1F99CCA6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94324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5F59E2E4-EE26-418A-6373-9D52670764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C7F3BC77-015B-C519-6BFF-6B50C6C5431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032965-29E3-2013-0C8B-B314D1B617B3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38B6F95-CE8D-3A02-C71F-EABCEC9632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29B863-F3CC-5A66-6C4D-B4793C97715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</p:spTree>
    <p:extLst>
      <p:ext uri="{BB962C8B-B14F-4D97-AF65-F5344CB8AC3E}">
        <p14:creationId xmlns:p14="http://schemas.microsoft.com/office/powerpoint/2010/main" val="1024719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1">
            <a:extLst>
              <a:ext uri="{FF2B5EF4-FFF2-40B4-BE49-F238E27FC236}">
                <a16:creationId xmlns:a16="http://schemas.microsoft.com/office/drawing/2014/main" id="{BB90F5E6-C793-4774-977F-1F99CCA6C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94324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pic>
        <p:nvPicPr>
          <p:cNvPr id="4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6AB3D11D-08E3-FC0C-CDBC-D4FB78B860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3316F352-20DF-47E7-8704-DFF75FA8E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278EC7-B572-87B1-7D8A-46BE8414882F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FFCAD77-84E2-A54A-6E23-A146DD85BD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E5CA16-2A73-0F28-CFA1-783C565106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</p:spTree>
    <p:extLst>
      <p:ext uri="{BB962C8B-B14F-4D97-AF65-F5344CB8AC3E}">
        <p14:creationId xmlns:p14="http://schemas.microsoft.com/office/powerpoint/2010/main" val="365730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9C286377-BC76-4CF6-71BD-9533285453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8DC58A9E-62C4-8E94-6E7A-204F39A1AE8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9CB150F-3D2F-F032-9B01-70618942DB3F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1335F60-8E3A-F223-2DE5-D7EA91BC113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911D8A-DC8B-8E2E-7EC4-29F44DB745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139" name="Rettangolo 138">
            <a:extLst>
              <a:ext uri="{FF2B5EF4-FFF2-40B4-BE49-F238E27FC236}">
                <a16:creationId xmlns:a16="http://schemas.microsoft.com/office/drawing/2014/main" id="{D3FCE09E-6C37-44EA-9EB9-48734C7B2E93}"/>
              </a:ext>
            </a:extLst>
          </p:cNvPr>
          <p:cNvSpPr/>
          <p:nvPr userDrawn="1"/>
        </p:nvSpPr>
        <p:spPr>
          <a:xfrm>
            <a:off x="567396" y="1026653"/>
            <a:ext cx="4848665" cy="2365893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52661E44-B056-4FB8-9240-781FD4C94C34}"/>
              </a:ext>
            </a:extLst>
          </p:cNvPr>
          <p:cNvSpPr/>
          <p:nvPr userDrawn="1"/>
        </p:nvSpPr>
        <p:spPr>
          <a:xfrm>
            <a:off x="4884468" y="2833206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1" name="Segnaposto testo 5">
            <a:extLst>
              <a:ext uri="{FF2B5EF4-FFF2-40B4-BE49-F238E27FC236}">
                <a16:creationId xmlns:a16="http://schemas.microsoft.com/office/drawing/2014/main" id="{5551B70A-A612-424F-9CE7-F2EFAF28C2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84467" y="2833206"/>
            <a:ext cx="1294229" cy="129422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4A5F505-3B89-4348-AC81-57A589CC972D}"/>
              </a:ext>
            </a:extLst>
          </p:cNvPr>
          <p:cNvSpPr/>
          <p:nvPr userDrawn="1"/>
        </p:nvSpPr>
        <p:spPr>
          <a:xfrm>
            <a:off x="5597266" y="1033100"/>
            <a:ext cx="4848665" cy="2365893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Segnaposto testo 5">
            <a:extLst>
              <a:ext uri="{FF2B5EF4-FFF2-40B4-BE49-F238E27FC236}">
                <a16:creationId xmlns:a16="http://schemas.microsoft.com/office/drawing/2014/main" id="{1D504A82-E2A1-4BE9-A636-2B64C179D7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821" y="1209344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2</a:t>
            </a:r>
          </a:p>
        </p:txBody>
      </p:sp>
      <p:sp>
        <p:nvSpPr>
          <p:cNvPr id="25" name="Segnaposto testo 5">
            <a:extLst>
              <a:ext uri="{FF2B5EF4-FFF2-40B4-BE49-F238E27FC236}">
                <a16:creationId xmlns:a16="http://schemas.microsoft.com/office/drawing/2014/main" id="{F36039D0-2B9B-49F6-BE0F-779E783D7E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820" y="1524013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FB62120-A071-4DB6-A4C4-77B247D46ACE}"/>
              </a:ext>
            </a:extLst>
          </p:cNvPr>
          <p:cNvSpPr/>
          <p:nvPr userDrawn="1"/>
        </p:nvSpPr>
        <p:spPr>
          <a:xfrm>
            <a:off x="567396" y="3562531"/>
            <a:ext cx="4848665" cy="2371456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A5F20DFA-B5D8-41CD-9E16-9348301F97FB}"/>
              </a:ext>
            </a:extLst>
          </p:cNvPr>
          <p:cNvSpPr/>
          <p:nvPr userDrawn="1"/>
        </p:nvSpPr>
        <p:spPr>
          <a:xfrm>
            <a:off x="5597266" y="3568978"/>
            <a:ext cx="4848665" cy="2371456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Segnaposto testo 5">
            <a:extLst>
              <a:ext uri="{FF2B5EF4-FFF2-40B4-BE49-F238E27FC236}">
                <a16:creationId xmlns:a16="http://schemas.microsoft.com/office/drawing/2014/main" id="{85388515-9579-4F31-B1CD-207C1761F1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35821" y="3775252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4</a:t>
            </a:r>
          </a:p>
        </p:txBody>
      </p:sp>
      <p:sp>
        <p:nvSpPr>
          <p:cNvPr id="31" name="Segnaposto testo 5">
            <a:extLst>
              <a:ext uri="{FF2B5EF4-FFF2-40B4-BE49-F238E27FC236}">
                <a16:creationId xmlns:a16="http://schemas.microsoft.com/office/drawing/2014/main" id="{3030CFB9-E6EC-43A8-B1CA-374C9919B5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5820" y="4089921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32" name="Segnaposto testo 5">
            <a:extLst>
              <a:ext uri="{FF2B5EF4-FFF2-40B4-BE49-F238E27FC236}">
                <a16:creationId xmlns:a16="http://schemas.microsoft.com/office/drawing/2014/main" id="{D1B72824-59A4-4510-AA5E-F234118087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4357" y="1209344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1</a:t>
            </a:r>
          </a:p>
        </p:txBody>
      </p:sp>
      <p:sp>
        <p:nvSpPr>
          <p:cNvPr id="33" name="Segnaposto testo 5">
            <a:extLst>
              <a:ext uri="{FF2B5EF4-FFF2-40B4-BE49-F238E27FC236}">
                <a16:creationId xmlns:a16="http://schemas.microsoft.com/office/drawing/2014/main" id="{3F234C20-295C-40D7-BDF5-9A072EBB00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4356" y="1524013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34" name="Segnaposto testo 5">
            <a:extLst>
              <a:ext uri="{FF2B5EF4-FFF2-40B4-BE49-F238E27FC236}">
                <a16:creationId xmlns:a16="http://schemas.microsoft.com/office/drawing/2014/main" id="{323A6B79-F2D7-4C58-B173-0E721A94C1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4357" y="3775252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3</a:t>
            </a:r>
          </a:p>
        </p:txBody>
      </p:sp>
      <p:sp>
        <p:nvSpPr>
          <p:cNvPr id="35" name="Segnaposto testo 5">
            <a:extLst>
              <a:ext uri="{FF2B5EF4-FFF2-40B4-BE49-F238E27FC236}">
                <a16:creationId xmlns:a16="http://schemas.microsoft.com/office/drawing/2014/main" id="{D67D9E47-99A3-44B5-B21C-57A1CB7054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4356" y="4089921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lvl="0"/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F016B429-CD02-42BE-B31A-1BCCEB16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4547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BB263D4E-6876-598E-248B-A3326602AF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E00FA906-2AE8-2D0F-0D51-B4147FE26D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EEEF56-23A5-584B-0631-8CDD60766895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3AB41B9-D0EF-952C-7E8B-1B9EE43C2E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A34CD-4F5C-B14F-5F79-3AC05D3BA9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F016B429-CD02-42BE-B31A-1BCCEB16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2" name="Rettangolo 142">
            <a:extLst>
              <a:ext uri="{FF2B5EF4-FFF2-40B4-BE49-F238E27FC236}">
                <a16:creationId xmlns:a16="http://schemas.microsoft.com/office/drawing/2014/main" id="{DA94B643-D77E-B2EE-4C98-EC5D404C8BA4}"/>
              </a:ext>
            </a:extLst>
          </p:cNvPr>
          <p:cNvSpPr/>
          <p:nvPr userDrawn="1"/>
        </p:nvSpPr>
        <p:spPr>
          <a:xfrm>
            <a:off x="3031055" y="1678542"/>
            <a:ext cx="216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Rettangolo 138">
            <a:extLst>
              <a:ext uri="{FF2B5EF4-FFF2-40B4-BE49-F238E27FC236}">
                <a16:creationId xmlns:a16="http://schemas.microsoft.com/office/drawing/2014/main" id="{12B4E0B8-5DC0-9558-D78C-2B28C0FDA1DD}"/>
              </a:ext>
            </a:extLst>
          </p:cNvPr>
          <p:cNvSpPr/>
          <p:nvPr userDrawn="1"/>
        </p:nvSpPr>
        <p:spPr>
          <a:xfrm>
            <a:off x="567397" y="1678542"/>
            <a:ext cx="216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23">
            <a:extLst>
              <a:ext uri="{FF2B5EF4-FFF2-40B4-BE49-F238E27FC236}">
                <a16:creationId xmlns:a16="http://schemas.microsoft.com/office/drawing/2014/main" id="{6AA2A31D-8D56-0811-FBC5-3BDDFC39825D}"/>
              </a:ext>
            </a:extLst>
          </p:cNvPr>
          <p:cNvSpPr/>
          <p:nvPr userDrawn="1"/>
        </p:nvSpPr>
        <p:spPr>
          <a:xfrm>
            <a:off x="1025201" y="1215664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testo 5">
            <a:extLst>
              <a:ext uri="{FF2B5EF4-FFF2-40B4-BE49-F238E27FC236}">
                <a16:creationId xmlns:a16="http://schemas.microsoft.com/office/drawing/2014/main" id="{72FEA1D8-D7A5-098E-0C31-1E327C5621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7972" y="2551543"/>
            <a:ext cx="1851709" cy="2998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DF962CF-3336-BD0C-247B-C528574E3D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5200" y="1212272"/>
            <a:ext cx="1294229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7" name="Ovale 141">
            <a:extLst>
              <a:ext uri="{FF2B5EF4-FFF2-40B4-BE49-F238E27FC236}">
                <a16:creationId xmlns:a16="http://schemas.microsoft.com/office/drawing/2014/main" id="{060A8307-4C53-8C33-9601-B0F1105EB2AC}"/>
              </a:ext>
            </a:extLst>
          </p:cNvPr>
          <p:cNvSpPr/>
          <p:nvPr userDrawn="1"/>
        </p:nvSpPr>
        <p:spPr>
          <a:xfrm>
            <a:off x="3488859" y="5018649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EFCCF066-4867-915B-7AA6-2F286F3A5B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91630" y="1862778"/>
            <a:ext cx="1851709" cy="299816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9" name="Rettangolo 153">
            <a:extLst>
              <a:ext uri="{FF2B5EF4-FFF2-40B4-BE49-F238E27FC236}">
                <a16:creationId xmlns:a16="http://schemas.microsoft.com/office/drawing/2014/main" id="{9F7B0788-BC6B-507E-AB89-AC0647F25061}"/>
              </a:ext>
            </a:extLst>
          </p:cNvPr>
          <p:cNvSpPr/>
          <p:nvPr userDrawn="1"/>
        </p:nvSpPr>
        <p:spPr>
          <a:xfrm>
            <a:off x="7987982" y="1675151"/>
            <a:ext cx="216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154">
            <a:extLst>
              <a:ext uri="{FF2B5EF4-FFF2-40B4-BE49-F238E27FC236}">
                <a16:creationId xmlns:a16="http://schemas.microsoft.com/office/drawing/2014/main" id="{78AAD20A-FD8D-5973-9D53-080C9D86D585}"/>
              </a:ext>
            </a:extLst>
          </p:cNvPr>
          <p:cNvSpPr/>
          <p:nvPr userDrawn="1"/>
        </p:nvSpPr>
        <p:spPr>
          <a:xfrm>
            <a:off x="5524324" y="1675151"/>
            <a:ext cx="216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55">
            <a:extLst>
              <a:ext uri="{FF2B5EF4-FFF2-40B4-BE49-F238E27FC236}">
                <a16:creationId xmlns:a16="http://schemas.microsoft.com/office/drawing/2014/main" id="{1A607A58-E3E3-8E26-9DD3-F79413AAAC96}"/>
              </a:ext>
            </a:extLst>
          </p:cNvPr>
          <p:cNvSpPr/>
          <p:nvPr userDrawn="1"/>
        </p:nvSpPr>
        <p:spPr>
          <a:xfrm>
            <a:off x="5982128" y="1212273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F9173D5D-C062-0B5F-51F3-CFBFCEF8F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4899" y="2548152"/>
            <a:ext cx="1851709" cy="2998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13" name="Ovale 158">
            <a:extLst>
              <a:ext uri="{FF2B5EF4-FFF2-40B4-BE49-F238E27FC236}">
                <a16:creationId xmlns:a16="http://schemas.microsoft.com/office/drawing/2014/main" id="{E179C41E-55A2-0119-9B3E-CE9B1D98C299}"/>
              </a:ext>
            </a:extLst>
          </p:cNvPr>
          <p:cNvSpPr/>
          <p:nvPr userDrawn="1"/>
        </p:nvSpPr>
        <p:spPr>
          <a:xfrm>
            <a:off x="8445786" y="5015258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Segnaposto testo 5">
            <a:extLst>
              <a:ext uri="{FF2B5EF4-FFF2-40B4-BE49-F238E27FC236}">
                <a16:creationId xmlns:a16="http://schemas.microsoft.com/office/drawing/2014/main" id="{3EEB40C3-3D97-3926-E918-7244C19EA0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48557" y="1859387"/>
            <a:ext cx="1851709" cy="2998161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15" name="Segnaposto testo 5">
            <a:extLst>
              <a:ext uri="{FF2B5EF4-FFF2-40B4-BE49-F238E27FC236}">
                <a16:creationId xmlns:a16="http://schemas.microsoft.com/office/drawing/2014/main" id="{D0D5AA9F-7E55-4CB4-D979-7366151F9A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8859" y="5019867"/>
            <a:ext cx="1294228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16" name="Segnaposto testo 5">
            <a:extLst>
              <a:ext uri="{FF2B5EF4-FFF2-40B4-BE49-F238E27FC236}">
                <a16:creationId xmlns:a16="http://schemas.microsoft.com/office/drawing/2014/main" id="{388649C6-7F8D-99E0-CF5C-E2B99C2E7A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71114" y="1212271"/>
            <a:ext cx="1294228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17" name="Segnaposto testo 5">
            <a:extLst>
              <a:ext uri="{FF2B5EF4-FFF2-40B4-BE49-F238E27FC236}">
                <a16:creationId xmlns:a16="http://schemas.microsoft.com/office/drawing/2014/main" id="{C3F54071-F3F7-BF6C-A5DB-E7100163C8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5786" y="5015258"/>
            <a:ext cx="1294228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3726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BB263D4E-6876-598E-248B-A3326602AF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21" name="Picture 20" descr="A close up of a logo&#10;&#10;Description automatically generated">
            <a:extLst>
              <a:ext uri="{FF2B5EF4-FFF2-40B4-BE49-F238E27FC236}">
                <a16:creationId xmlns:a16="http://schemas.microsoft.com/office/drawing/2014/main" id="{E00FA906-2AE8-2D0F-0D51-B4147FE26D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EEEF56-23A5-584B-0631-8CDD60766895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3AB41B9-D0EF-952C-7E8B-1B9EE43C2EE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AA34CD-4F5C-B14F-5F79-3AC05D3BA9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F016B429-CD02-42BE-B31A-1BCCEB16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" name="Rettangolo 138">
            <a:extLst>
              <a:ext uri="{FF2B5EF4-FFF2-40B4-BE49-F238E27FC236}">
                <a16:creationId xmlns:a16="http://schemas.microsoft.com/office/drawing/2014/main" id="{12B4E0B8-5DC0-9558-D78C-2B28C0FDA1DD}"/>
              </a:ext>
            </a:extLst>
          </p:cNvPr>
          <p:cNvSpPr/>
          <p:nvPr userDrawn="1"/>
        </p:nvSpPr>
        <p:spPr>
          <a:xfrm>
            <a:off x="528009" y="1678542"/>
            <a:ext cx="324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23">
            <a:extLst>
              <a:ext uri="{FF2B5EF4-FFF2-40B4-BE49-F238E27FC236}">
                <a16:creationId xmlns:a16="http://schemas.microsoft.com/office/drawing/2014/main" id="{6AA2A31D-8D56-0811-FBC5-3BDDFC39825D}"/>
              </a:ext>
            </a:extLst>
          </p:cNvPr>
          <p:cNvSpPr/>
          <p:nvPr userDrawn="1"/>
        </p:nvSpPr>
        <p:spPr>
          <a:xfrm>
            <a:off x="1500894" y="1219054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Segnaposto testo 5">
            <a:extLst>
              <a:ext uri="{FF2B5EF4-FFF2-40B4-BE49-F238E27FC236}">
                <a16:creationId xmlns:a16="http://schemas.microsoft.com/office/drawing/2014/main" id="{72FEA1D8-D7A5-098E-0C31-1E327C5621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2154" y="2554933"/>
            <a:ext cx="1851709" cy="2998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DF962CF-3336-BD0C-247B-C528574E3D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00894" y="1230596"/>
            <a:ext cx="1294229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10" name="Rettangolo 154">
            <a:extLst>
              <a:ext uri="{FF2B5EF4-FFF2-40B4-BE49-F238E27FC236}">
                <a16:creationId xmlns:a16="http://schemas.microsoft.com/office/drawing/2014/main" id="{78AAD20A-FD8D-5973-9D53-080C9D86D585}"/>
              </a:ext>
            </a:extLst>
          </p:cNvPr>
          <p:cNvSpPr/>
          <p:nvPr userDrawn="1"/>
        </p:nvSpPr>
        <p:spPr>
          <a:xfrm>
            <a:off x="8239794" y="1678542"/>
            <a:ext cx="324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Ovale 155">
            <a:extLst>
              <a:ext uri="{FF2B5EF4-FFF2-40B4-BE49-F238E27FC236}">
                <a16:creationId xmlns:a16="http://schemas.microsoft.com/office/drawing/2014/main" id="{1A607A58-E3E3-8E26-9DD3-F79413AAAC96}"/>
              </a:ext>
            </a:extLst>
          </p:cNvPr>
          <p:cNvSpPr/>
          <p:nvPr userDrawn="1"/>
        </p:nvSpPr>
        <p:spPr>
          <a:xfrm>
            <a:off x="9231168" y="1219054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Segnaposto testo 5">
            <a:extLst>
              <a:ext uri="{FF2B5EF4-FFF2-40B4-BE49-F238E27FC236}">
                <a16:creationId xmlns:a16="http://schemas.microsoft.com/office/drawing/2014/main" id="{F9173D5D-C062-0B5F-51F3-CFBFCEF8F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33939" y="2554933"/>
            <a:ext cx="1851709" cy="2998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16" name="Segnaposto testo 5">
            <a:extLst>
              <a:ext uri="{FF2B5EF4-FFF2-40B4-BE49-F238E27FC236}">
                <a16:creationId xmlns:a16="http://schemas.microsoft.com/office/drawing/2014/main" id="{388649C6-7F8D-99E0-CF5C-E2B99C2E7AE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20154" y="1219052"/>
            <a:ext cx="1294228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  <p:sp>
        <p:nvSpPr>
          <p:cNvPr id="18" name="Rettangolo 138">
            <a:extLst>
              <a:ext uri="{FF2B5EF4-FFF2-40B4-BE49-F238E27FC236}">
                <a16:creationId xmlns:a16="http://schemas.microsoft.com/office/drawing/2014/main" id="{413A6392-4D65-CE53-B018-18C9238292B9}"/>
              </a:ext>
            </a:extLst>
          </p:cNvPr>
          <p:cNvSpPr/>
          <p:nvPr userDrawn="1"/>
        </p:nvSpPr>
        <p:spPr>
          <a:xfrm>
            <a:off x="4382937" y="1678540"/>
            <a:ext cx="3240000" cy="4075144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3">
            <a:extLst>
              <a:ext uri="{FF2B5EF4-FFF2-40B4-BE49-F238E27FC236}">
                <a16:creationId xmlns:a16="http://schemas.microsoft.com/office/drawing/2014/main" id="{81FE5848-0D3F-F696-DB97-9B430730517D}"/>
              </a:ext>
            </a:extLst>
          </p:cNvPr>
          <p:cNvSpPr/>
          <p:nvPr userDrawn="1"/>
        </p:nvSpPr>
        <p:spPr>
          <a:xfrm>
            <a:off x="5355822" y="1219052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Segnaposto testo 5">
            <a:extLst>
              <a:ext uri="{FF2B5EF4-FFF2-40B4-BE49-F238E27FC236}">
                <a16:creationId xmlns:a16="http://schemas.microsoft.com/office/drawing/2014/main" id="{7F29D969-963D-CBE8-C6A0-BE8B3AD08C4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77082" y="2554931"/>
            <a:ext cx="1851709" cy="299816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TEXT</a:t>
            </a:r>
          </a:p>
          <a:p>
            <a:pPr lvl="0"/>
            <a:r>
              <a:rPr lang="it-IT" dirty="0" err="1"/>
              <a:t>Description</a:t>
            </a:r>
            <a:r>
              <a:rPr lang="it-IT" dirty="0"/>
              <a:t> and text </a:t>
            </a:r>
          </a:p>
        </p:txBody>
      </p:sp>
      <p:sp>
        <p:nvSpPr>
          <p:cNvPr id="27" name="Segnaposto testo 5">
            <a:extLst>
              <a:ext uri="{FF2B5EF4-FFF2-40B4-BE49-F238E27FC236}">
                <a16:creationId xmlns:a16="http://schemas.microsoft.com/office/drawing/2014/main" id="{80B49EAB-7D9E-BAA8-3C26-0A56BA4B0C0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55822" y="1230594"/>
            <a:ext cx="1294229" cy="12942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Barlow Medium" panose="000006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9013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2BD85DE7-0FFB-606A-3E4C-8E842DB063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E4016C53-DE39-D46F-A160-C6A393F09C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E90530-EB51-E27A-1207-F759609BD5E9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C4ED42D-4671-54A3-26B7-1962E6B47C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DB2473-DFFB-C3BB-9F0D-ED7B78C7EA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F016B429-CD02-42BE-B31A-1BCCEB16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35" name="Rettangolo 138">
            <a:extLst>
              <a:ext uri="{FF2B5EF4-FFF2-40B4-BE49-F238E27FC236}">
                <a16:creationId xmlns:a16="http://schemas.microsoft.com/office/drawing/2014/main" id="{A691DC5C-CD00-6393-4B9C-1195201A8237}"/>
              </a:ext>
            </a:extLst>
          </p:cNvPr>
          <p:cNvSpPr/>
          <p:nvPr userDrawn="1"/>
        </p:nvSpPr>
        <p:spPr>
          <a:xfrm>
            <a:off x="567396" y="1026652"/>
            <a:ext cx="4848665" cy="4929139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23">
            <a:extLst>
              <a:ext uri="{FF2B5EF4-FFF2-40B4-BE49-F238E27FC236}">
                <a16:creationId xmlns:a16="http://schemas.microsoft.com/office/drawing/2014/main" id="{D9C9190F-274A-1487-483E-3AA5A0B812CF}"/>
              </a:ext>
            </a:extLst>
          </p:cNvPr>
          <p:cNvSpPr/>
          <p:nvPr userDrawn="1"/>
        </p:nvSpPr>
        <p:spPr>
          <a:xfrm>
            <a:off x="4884468" y="1524013"/>
            <a:ext cx="1294228" cy="1294228"/>
          </a:xfrm>
          <a:prstGeom prst="ellipse">
            <a:avLst/>
          </a:prstGeom>
          <a:gradFill flip="none" rotWithShape="1">
            <a:gsLst>
              <a:gs pos="0">
                <a:srgbClr val="0090D2">
                  <a:shade val="30000"/>
                  <a:satMod val="115000"/>
                </a:srgbClr>
              </a:gs>
              <a:gs pos="50000">
                <a:srgbClr val="0090D2">
                  <a:shade val="67500"/>
                  <a:satMod val="115000"/>
                </a:srgbClr>
              </a:gs>
              <a:gs pos="100000">
                <a:srgbClr val="0090D2">
                  <a:shade val="100000"/>
                  <a:satMod val="115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Rettangolo 21">
            <a:extLst>
              <a:ext uri="{FF2B5EF4-FFF2-40B4-BE49-F238E27FC236}">
                <a16:creationId xmlns:a16="http://schemas.microsoft.com/office/drawing/2014/main" id="{F6D29050-3325-FBC6-88FD-06BA1BB58624}"/>
              </a:ext>
            </a:extLst>
          </p:cNvPr>
          <p:cNvSpPr/>
          <p:nvPr userDrawn="1"/>
        </p:nvSpPr>
        <p:spPr>
          <a:xfrm>
            <a:off x="5597266" y="1033099"/>
            <a:ext cx="4848665" cy="4929139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Segnaposto testo 5">
            <a:extLst>
              <a:ext uri="{FF2B5EF4-FFF2-40B4-BE49-F238E27FC236}">
                <a16:creationId xmlns:a16="http://schemas.microsoft.com/office/drawing/2014/main" id="{9CD960AB-217E-34DA-39E2-02943D2212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5821" y="1209344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2</a:t>
            </a:r>
          </a:p>
        </p:txBody>
      </p:sp>
      <p:sp>
        <p:nvSpPr>
          <p:cNvPr id="39" name="Segnaposto testo 5">
            <a:extLst>
              <a:ext uri="{FF2B5EF4-FFF2-40B4-BE49-F238E27FC236}">
                <a16:creationId xmlns:a16="http://schemas.microsoft.com/office/drawing/2014/main" id="{2C74FD12-E9D1-DF1A-ED2B-1AC41224A2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5820" y="1524013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40" name="Segnaposto testo 5">
            <a:extLst>
              <a:ext uri="{FF2B5EF4-FFF2-40B4-BE49-F238E27FC236}">
                <a16:creationId xmlns:a16="http://schemas.microsoft.com/office/drawing/2014/main" id="{17C86C90-3876-3B5C-3C21-6F1CA07C64F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4357" y="1209344"/>
            <a:ext cx="4110111" cy="24389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u="sng">
                <a:latin typeface="Barlow SemiBold" panose="000007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TITLE 1</a:t>
            </a:r>
          </a:p>
        </p:txBody>
      </p:sp>
      <p:sp>
        <p:nvSpPr>
          <p:cNvPr id="41" name="Segnaposto testo 5">
            <a:extLst>
              <a:ext uri="{FF2B5EF4-FFF2-40B4-BE49-F238E27FC236}">
                <a16:creationId xmlns:a16="http://schemas.microsoft.com/office/drawing/2014/main" id="{B3B7334E-4777-ABCD-A1BB-E79E870E60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4356" y="1524013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29690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708FE12F-B545-B49D-3833-FAC29DB772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899D42FD-87F7-0416-4E55-A6EA4F68B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0C1E01-675B-B70F-C0F1-C38178103954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A6F45EB-AD2D-CCBE-6C6C-0EFD3B471BC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063077-3D30-70C0-C50A-F7CC32CB41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20" name="Title 11">
            <a:extLst>
              <a:ext uri="{FF2B5EF4-FFF2-40B4-BE49-F238E27FC236}">
                <a16:creationId xmlns:a16="http://schemas.microsoft.com/office/drawing/2014/main" id="{F016B429-CD02-42BE-B31A-1BCCEB168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2" name="Segnaposto immagine 3">
            <a:extLst>
              <a:ext uri="{FF2B5EF4-FFF2-40B4-BE49-F238E27FC236}">
                <a16:creationId xmlns:a16="http://schemas.microsoft.com/office/drawing/2014/main" id="{D0B46103-33F5-FD1C-D052-9F1408E1D51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6738" y="885825"/>
            <a:ext cx="8319600" cy="4680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 i="1" u="sng" cap="all" baseline="0"/>
            </a:lvl1pPr>
          </a:lstStyle>
          <a:p>
            <a:r>
              <a:rPr lang="it-IT" dirty="0" err="1"/>
              <a:t>Insert</a:t>
            </a:r>
            <a:r>
              <a:rPr lang="it-IT" dirty="0"/>
              <a:t> image or video</a:t>
            </a:r>
          </a:p>
        </p:txBody>
      </p:sp>
      <p:sp>
        <p:nvSpPr>
          <p:cNvPr id="3" name="Rettangolo 20">
            <a:extLst>
              <a:ext uri="{FF2B5EF4-FFF2-40B4-BE49-F238E27FC236}">
                <a16:creationId xmlns:a16="http://schemas.microsoft.com/office/drawing/2014/main" id="{C1936E79-08A8-EA40-5D4F-48783D3C72D8}"/>
              </a:ext>
            </a:extLst>
          </p:cNvPr>
          <p:cNvSpPr/>
          <p:nvPr userDrawn="1"/>
        </p:nvSpPr>
        <p:spPr>
          <a:xfrm>
            <a:off x="780757" y="1026942"/>
            <a:ext cx="10564837" cy="4881489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Segnaposto testo 5">
            <a:extLst>
              <a:ext uri="{FF2B5EF4-FFF2-40B4-BE49-F238E27FC236}">
                <a16:creationId xmlns:a16="http://schemas.microsoft.com/office/drawing/2014/main" id="{77502593-C4A2-ABF1-3CED-E9D767FCBD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30601" y="1409699"/>
            <a:ext cx="2083831" cy="4308817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CAPTION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 a short </a:t>
            </a:r>
            <a:r>
              <a:rPr lang="it-IT" dirty="0" err="1"/>
              <a:t>description</a:t>
            </a:r>
            <a:r>
              <a:rPr lang="it-IT" dirty="0"/>
              <a:t> of the image or video</a:t>
            </a:r>
          </a:p>
        </p:txBody>
      </p:sp>
    </p:spTree>
    <p:extLst>
      <p:ext uri="{BB962C8B-B14F-4D97-AF65-F5344CB8AC3E}">
        <p14:creationId xmlns:p14="http://schemas.microsoft.com/office/powerpoint/2010/main" val="3770332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336D497F-F587-5D90-4DE7-95C0B2E20D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84058" y="6473534"/>
            <a:ext cx="851180" cy="210646"/>
          </a:xfrm>
          <a:prstGeom prst="rect">
            <a:avLst/>
          </a:prstGeom>
        </p:spPr>
      </p:pic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B8D345DD-8931-F668-9FF6-9DD464FCEA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08752" y="6468366"/>
            <a:ext cx="955836" cy="2209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3433F2A-3A20-EAC3-6DF7-C4DAC5C39316}"/>
              </a:ext>
            </a:extLst>
          </p:cNvPr>
          <p:cNvCxnSpPr/>
          <p:nvPr userDrawn="1"/>
        </p:nvCxnSpPr>
        <p:spPr>
          <a:xfrm>
            <a:off x="5360189" y="6403640"/>
            <a:ext cx="0" cy="34834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93AC1EE-573F-5A08-3A0E-05504AA76B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373607" y="6445283"/>
            <a:ext cx="576150" cy="246221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fld id="{C41E6217-FD4A-4698-ADE0-B72F602A1308}" type="slidenum">
              <a:rPr lang="en-US" sz="1000" b="1" kern="0" spc="27" smtClean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pPr algn="r" eaLnBrk="0" hangingPunct="0">
                <a:lnSpc>
                  <a:spcPct val="100000"/>
                </a:lnSpc>
                <a:defRPr/>
              </a:pPr>
              <a:t>‹#›</a:t>
            </a:fld>
            <a:endParaRPr lang="en-US" sz="1000" b="1" kern="0" spc="27">
              <a:solidFill>
                <a:schemeClr val="tx1"/>
              </a:solidFill>
              <a:latin typeface="Barlow" pitchFamily="2" charset="77"/>
              <a:ea typeface="Arial Unicode MS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C7AD54-DDB4-A01E-AE0E-B9146A90A2B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7847" y="6468366"/>
            <a:ext cx="3298765" cy="200055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0" hangingPunct="0">
              <a:lnSpc>
                <a:spcPct val="100000"/>
              </a:lnSpc>
              <a:defRPr/>
            </a:pPr>
            <a:r>
              <a:rPr lang="en-US" sz="700" kern="0" spc="27" dirty="0">
                <a:solidFill>
                  <a:schemeClr val="tx1"/>
                </a:solidFill>
                <a:latin typeface="Barlow" pitchFamily="2" charset="77"/>
                <a:ea typeface="Arial Unicode MS" charset="0"/>
                <a:cs typeface="Arial" panose="020B0604020202020204" pitchFamily="34" charset="0"/>
              </a:rPr>
              <a:t>PUBLIC • Copyright ©2025 ASEM a Rockwell Automation Company. </a:t>
            </a:r>
          </a:p>
        </p:txBody>
      </p:sp>
      <p:sp>
        <p:nvSpPr>
          <p:cNvPr id="11" name="Title 11">
            <a:extLst>
              <a:ext uri="{FF2B5EF4-FFF2-40B4-BE49-F238E27FC236}">
                <a16:creationId xmlns:a16="http://schemas.microsoft.com/office/drawing/2014/main" id="{F3BC4ED8-095F-4E72-9DDA-9AFC542F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397" y="385446"/>
            <a:ext cx="10912397" cy="386312"/>
          </a:xfrm>
          <a:prstGeom prst="rect">
            <a:avLst/>
          </a:prstGeom>
        </p:spPr>
        <p:txBody>
          <a:bodyPr/>
          <a:lstStyle>
            <a:lvl1pPr>
              <a:defRPr lang="en-US" sz="2400" b="1" kern="1200" cap="all" baseline="0" smtClean="0">
                <a:solidFill>
                  <a:schemeClr val="tx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  <p:sp>
        <p:nvSpPr>
          <p:cNvPr id="7" name="Rettangolo 21">
            <a:extLst>
              <a:ext uri="{FF2B5EF4-FFF2-40B4-BE49-F238E27FC236}">
                <a16:creationId xmlns:a16="http://schemas.microsoft.com/office/drawing/2014/main" id="{EF325649-B7E6-632E-06AC-1CB5261DC50D}"/>
              </a:ext>
            </a:extLst>
          </p:cNvPr>
          <p:cNvSpPr/>
          <p:nvPr userDrawn="1"/>
        </p:nvSpPr>
        <p:spPr>
          <a:xfrm>
            <a:off x="5597266" y="1033100"/>
            <a:ext cx="4848665" cy="3799097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testo 5">
            <a:extLst>
              <a:ext uri="{FF2B5EF4-FFF2-40B4-BE49-F238E27FC236}">
                <a16:creationId xmlns:a16="http://schemas.microsoft.com/office/drawing/2014/main" id="{8D724FB7-285A-2FCD-051C-20721D592B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4789" y="1170448"/>
            <a:ext cx="4110111" cy="952648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panose="020B0604020202020204" pitchFamily="34" charset="0"/>
              <a:buChar char="•"/>
              <a:defRPr lang="it-IT" sz="1400" u="none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Text, </a:t>
            </a:r>
            <a:r>
              <a:rPr lang="it-IT" dirty="0" err="1"/>
              <a:t>description</a:t>
            </a:r>
            <a:endParaRPr lang="it-IT" dirty="0"/>
          </a:p>
          <a:p>
            <a:pPr marL="285750" lvl="0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it-IT" dirty="0"/>
              <a:t>List item</a:t>
            </a:r>
          </a:p>
          <a:p>
            <a:pPr lvl="0"/>
            <a:endParaRPr lang="it-IT" dirty="0"/>
          </a:p>
        </p:txBody>
      </p:sp>
      <p:sp>
        <p:nvSpPr>
          <p:cNvPr id="9" name="Segnaposto immagine 3">
            <a:extLst>
              <a:ext uri="{FF2B5EF4-FFF2-40B4-BE49-F238E27FC236}">
                <a16:creationId xmlns:a16="http://schemas.microsoft.com/office/drawing/2014/main" id="{77B4F737-D4DF-8211-6A0A-336AC721909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6738" y="872197"/>
            <a:ext cx="4680000" cy="39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latin typeface="Barlow Medium" panose="00000600000000000000" pitchFamily="2" charset="0"/>
              </a:defRPr>
            </a:lvl1pPr>
          </a:lstStyle>
          <a:p>
            <a:r>
              <a:rPr lang="it-IT" dirty="0"/>
              <a:t>PICTURE 1</a:t>
            </a:r>
          </a:p>
        </p:txBody>
      </p:sp>
      <p:sp>
        <p:nvSpPr>
          <p:cNvPr id="10" name="Rettangolo 19">
            <a:extLst>
              <a:ext uri="{FF2B5EF4-FFF2-40B4-BE49-F238E27FC236}">
                <a16:creationId xmlns:a16="http://schemas.microsoft.com/office/drawing/2014/main" id="{1CA00CF9-93C6-5476-8308-D08F8981D392}"/>
              </a:ext>
            </a:extLst>
          </p:cNvPr>
          <p:cNvSpPr/>
          <p:nvPr userDrawn="1"/>
        </p:nvSpPr>
        <p:spPr>
          <a:xfrm>
            <a:off x="762269" y="1409700"/>
            <a:ext cx="4680000" cy="3960000"/>
          </a:xfrm>
          <a:prstGeom prst="rect">
            <a:avLst/>
          </a:prstGeom>
          <a:solidFill>
            <a:srgbClr val="323E48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Segnaposto testo 5">
            <a:extLst>
              <a:ext uri="{FF2B5EF4-FFF2-40B4-BE49-F238E27FC236}">
                <a16:creationId xmlns:a16="http://schemas.microsoft.com/office/drawing/2014/main" id="{43CF723A-46C9-F3CE-2342-079BB358C2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7271" y="4963568"/>
            <a:ext cx="2083831" cy="274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latin typeface="Barlow Light" panose="000004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it-IT" dirty="0"/>
              <a:t>CAPTION</a:t>
            </a:r>
          </a:p>
        </p:txBody>
      </p:sp>
    </p:spTree>
    <p:extLst>
      <p:ext uri="{BB962C8B-B14F-4D97-AF65-F5344CB8AC3E}">
        <p14:creationId xmlns:p14="http://schemas.microsoft.com/office/powerpoint/2010/main" val="33907666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uilding with a circular road&#10;&#10;Description automatically generated with medium confidence">
            <a:extLst>
              <a:ext uri="{FF2B5EF4-FFF2-40B4-BE49-F238E27FC236}">
                <a16:creationId xmlns:a16="http://schemas.microsoft.com/office/drawing/2014/main" id="{BFF9858B-205D-A13E-8A28-8C9210DE43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705457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7A92C6E-2A25-D0D2-AC81-598CC063E1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396" r="8370"/>
          <a:stretch/>
        </p:blipFill>
        <p:spPr>
          <a:xfrm>
            <a:off x="10010059" y="-4415"/>
            <a:ext cx="2181941" cy="1583657"/>
          </a:xfrm>
          <a:prstGeom prst="rect">
            <a:avLst/>
          </a:prstGeom>
        </p:spPr>
      </p:pic>
      <p:pic>
        <p:nvPicPr>
          <p:cNvPr id="5" name="Immagine 4" descr="Immagine che contiene testo, piatto, serviziodatavola, orologio&#10;&#10;Descrizione generata automaticamente">
            <a:extLst>
              <a:ext uri="{FF2B5EF4-FFF2-40B4-BE49-F238E27FC236}">
                <a16:creationId xmlns:a16="http://schemas.microsoft.com/office/drawing/2014/main" id="{05D6438A-8174-7A8D-9A5B-99C111F722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7004" y="3095125"/>
            <a:ext cx="3474720" cy="85990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3C747-5A45-182D-35F6-CBAB08BFFF0A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890240" y="3525078"/>
            <a:ext cx="3291467" cy="0"/>
          </a:xfrm>
          <a:prstGeom prst="line">
            <a:avLst/>
          </a:prstGeom>
          <a:ln w="254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" name="Title 17">
            <a:extLst>
              <a:ext uri="{FF2B5EF4-FFF2-40B4-BE49-F238E27FC236}">
                <a16:creationId xmlns:a16="http://schemas.microsoft.com/office/drawing/2014/main" id="{3F381930-0990-7D20-0F66-74F7AA4E6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60888" y="1283161"/>
            <a:ext cx="4470224" cy="675826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lnSpc>
                <a:spcPts val="4999"/>
              </a:lnSpc>
              <a:defRPr sz="4000" b="1" spc="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5B7D29-FC55-4081-8E08-E3D7BED0A602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8027021" y="3525078"/>
            <a:ext cx="3291467" cy="0"/>
          </a:xfrm>
          <a:prstGeom prst="line">
            <a:avLst/>
          </a:prstGeom>
          <a:ln w="25400" cap="rnd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754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u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4030" y="634999"/>
            <a:ext cx="10923934" cy="1113476"/>
          </a:xfrm>
        </p:spPr>
        <p:txBody>
          <a:bodyPr rtlCol="0" anchor="t"/>
          <a:lstStyle/>
          <a:p>
            <a:pPr rtl="0"/>
            <a:r>
              <a:rPr lang="it"/>
              <a:t>Fare clic per modificare lo stile del titolo</a:t>
            </a:r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0804C81F-91C2-38BC-2B20-110AC78D25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3413" y="2129475"/>
            <a:ext cx="10925175" cy="3917313"/>
          </a:xfrm>
        </p:spPr>
        <p:txBody>
          <a:bodyPr rtlCol="0"/>
          <a:lstStyle/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03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7843284" cy="1837588"/>
          </a:xfrm>
        </p:spPr>
        <p:txBody>
          <a:bodyPr rtlCol="0" anchor="b">
            <a:normAutofit/>
          </a:bodyPr>
          <a:lstStyle>
            <a:lvl1pPr>
              <a:defRPr sz="2800"/>
            </a:lvl1pPr>
          </a:lstStyle>
          <a:p>
            <a:pPr rtl="0"/>
            <a:r>
              <a:rPr lang="it"/>
              <a:t>Agenda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7832633" cy="3539514"/>
          </a:xfrm>
        </p:spPr>
        <p:txBody>
          <a:bodyPr rtlCol="0">
            <a:normAutofit/>
          </a:bodyPr>
          <a:lstStyle>
            <a:lvl1pPr marL="457200" indent="-457200">
              <a:lnSpc>
                <a:spcPct val="170000"/>
              </a:lnSpc>
              <a:buFont typeface="+mj-lt"/>
              <a:buAutoNum type="arabicPeriod"/>
              <a:defRPr sz="1800"/>
            </a:lvl1pPr>
            <a:lvl2pPr marL="685800" indent="-457200">
              <a:lnSpc>
                <a:spcPct val="170000"/>
              </a:lnSpc>
              <a:buFont typeface="+mj-lt"/>
              <a:buAutoNum type="arabicPeriod"/>
              <a:defRPr sz="1600"/>
            </a:lvl2pPr>
            <a:lvl3pPr marL="800100" indent="-342900">
              <a:lnSpc>
                <a:spcPct val="170000"/>
              </a:lnSpc>
              <a:buFont typeface="+mj-lt"/>
              <a:buAutoNum type="arabicPeriod"/>
              <a:defRPr sz="1400"/>
            </a:lvl3pPr>
            <a:lvl4pPr marL="1028700" indent="-342900">
              <a:lnSpc>
                <a:spcPct val="170000"/>
              </a:lnSpc>
              <a:buFont typeface="+mj-lt"/>
              <a:buAutoNum type="arabicPeriod"/>
              <a:defRPr sz="1400"/>
            </a:lvl4pPr>
            <a:lvl5pPr marL="1257300" indent="-342900">
              <a:lnSpc>
                <a:spcPct val="170000"/>
              </a:lnSpc>
              <a:buFont typeface="+mj-lt"/>
              <a:buAutoNum type="arabicPeriod"/>
              <a:defRPr sz="1400"/>
            </a:lvl5pPr>
          </a:lstStyle>
          <a:p>
            <a:pPr lvl="0" rtl="0"/>
            <a:r>
              <a:rPr lang="it"/>
              <a:t>Fare clic per modificare lo stile del titolo</a:t>
            </a:r>
          </a:p>
          <a:p>
            <a:pPr lvl="1" rtl="0"/>
            <a:r>
              <a:rPr lang="it"/>
              <a:t>Secondo livello</a:t>
            </a:r>
          </a:p>
          <a:p>
            <a:pPr lvl="2" rtl="0"/>
            <a:r>
              <a:rPr lang="it"/>
              <a:t>Terzo livello</a:t>
            </a:r>
          </a:p>
          <a:p>
            <a:pPr lvl="3" rtl="0"/>
            <a:r>
              <a:rPr lang="it"/>
              <a:t>Quarto livello</a:t>
            </a:r>
          </a:p>
          <a:p>
            <a:pPr lvl="4" rtl="0"/>
            <a:r>
              <a:rPr lang="it"/>
              <a:t>Quinto livello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4031" y="6426678"/>
            <a:ext cx="1859004" cy="431321"/>
          </a:xfrm>
        </p:spPr>
        <p:txBody>
          <a:bodyPr rtlCol="0"/>
          <a:lstStyle/>
          <a:p>
            <a:pPr rtl="0"/>
            <a:r>
              <a:rPr lang="en-US"/>
              <a:t>6/12/2025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7188" y="6426678"/>
            <a:ext cx="2823549" cy="431321"/>
          </a:xfrm>
        </p:spPr>
        <p:txBody>
          <a:bodyPr rtlCol="0"/>
          <a:lstStyle/>
          <a:p>
            <a:pPr rtl="0"/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64890" y="6426678"/>
            <a:ext cx="1887994" cy="431322"/>
          </a:xfrm>
        </p:spPr>
        <p:txBody>
          <a:bodyPr rtlCol="0"/>
          <a:lstStyle/>
          <a:p>
            <a:pPr rtl="0"/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grpSp>
        <p:nvGrpSpPr>
          <p:cNvPr id="74" name="Gruppo 73">
            <a:extLst>
              <a:ext uri="{FF2B5EF4-FFF2-40B4-BE49-F238E27FC236}">
                <a16:creationId xmlns:a16="http://schemas.microsoft.com/office/drawing/2014/main" id="{641F7365-4B28-1DB6-21B1-E501D9B4E14D}"/>
              </a:ext>
            </a:extLst>
          </p:cNvPr>
          <p:cNvGrpSpPr/>
          <p:nvPr userDrawn="1"/>
        </p:nvGrpSpPr>
        <p:grpSpPr>
          <a:xfrm flipH="1">
            <a:off x="8925811" y="1"/>
            <a:ext cx="2779587" cy="7016111"/>
            <a:chOff x="8530393" y="1"/>
            <a:chExt cx="2779587" cy="7016111"/>
          </a:xfrm>
        </p:grpSpPr>
        <p:sp>
          <p:nvSpPr>
            <p:cNvPr id="32" name="Figura a mano libera: Forma 31">
              <a:extLst>
                <a:ext uri="{FF2B5EF4-FFF2-40B4-BE49-F238E27FC236}">
                  <a16:creationId xmlns:a16="http://schemas.microsoft.com/office/drawing/2014/main" id="{2E3A3141-CDCE-8A70-F9CA-D5CF38A12BBA}"/>
                </a:ext>
              </a:extLst>
            </p:cNvPr>
            <p:cNvSpPr/>
            <p:nvPr/>
          </p:nvSpPr>
          <p:spPr>
            <a:xfrm>
              <a:off x="8917635" y="1"/>
              <a:ext cx="2370196" cy="2359377"/>
            </a:xfrm>
            <a:custGeom>
              <a:avLst/>
              <a:gdLst>
                <a:gd name="csX0" fmla="*/ 1408819 w 2370196"/>
                <a:gd name="csY0" fmla="*/ 0 h 2359377"/>
                <a:gd name="csX1" fmla="*/ 1911127 w 2370196"/>
                <a:gd name="csY1" fmla="*/ 0 h 2359377"/>
                <a:gd name="csX2" fmla="*/ 1920629 w 2370196"/>
                <a:gd name="csY2" fmla="*/ 30666 h 2359377"/>
                <a:gd name="csX3" fmla="*/ 1987359 w 2370196"/>
                <a:gd name="csY3" fmla="*/ 382876 h 2359377"/>
                <a:gd name="csX4" fmla="*/ 1969548 w 2370196"/>
                <a:gd name="csY4" fmla="*/ 1036528 h 2359377"/>
                <a:gd name="csX5" fmla="*/ 2215482 w 2370196"/>
                <a:gd name="csY5" fmla="*/ 1348470 h 2359377"/>
                <a:gd name="csX6" fmla="*/ 2361895 w 2370196"/>
                <a:gd name="csY6" fmla="*/ 1720675 h 2359377"/>
                <a:gd name="csX7" fmla="*/ 2370196 w 2370196"/>
                <a:gd name="csY7" fmla="*/ 1764346 h 2359377"/>
                <a:gd name="csX8" fmla="*/ 1902557 w 2370196"/>
                <a:gd name="csY8" fmla="*/ 1919986 h 2359377"/>
                <a:gd name="csX9" fmla="*/ 1884230 w 2370196"/>
                <a:gd name="csY9" fmla="*/ 1814982 h 2359377"/>
                <a:gd name="csX10" fmla="*/ 1796392 w 2370196"/>
                <a:gd name="csY10" fmla="*/ 1597339 h 2359377"/>
                <a:gd name="csX11" fmla="*/ 1718375 w 2370196"/>
                <a:gd name="csY11" fmla="*/ 1748540 h 2359377"/>
                <a:gd name="csX12" fmla="*/ 1349363 w 2370196"/>
                <a:gd name="csY12" fmla="*/ 2172190 h 2359377"/>
                <a:gd name="csX13" fmla="*/ 762370 w 2370196"/>
                <a:gd name="csY13" fmla="*/ 2358112 h 2359377"/>
                <a:gd name="csX14" fmla="*/ 77525 w 2370196"/>
                <a:gd name="csY14" fmla="*/ 1916946 h 2359377"/>
                <a:gd name="csX15" fmla="*/ 152745 w 2370196"/>
                <a:gd name="csY15" fmla="*/ 1111214 h 2359377"/>
                <a:gd name="csX16" fmla="*/ 912730 w 2370196"/>
                <a:gd name="csY16" fmla="*/ 683093 h 2359377"/>
                <a:gd name="csX17" fmla="*/ 1511901 w 2370196"/>
                <a:gd name="csY17" fmla="*/ 756928 h 2359377"/>
                <a:gd name="csX18" fmla="*/ 1419225 w 2370196"/>
                <a:gd name="csY18" fmla="*/ 51957 h 2359377"/>
                <a:gd name="csX19" fmla="*/ 1400227 w 2370196"/>
                <a:gd name="csY19" fmla="*/ 2860 h 2359377"/>
                <a:gd name="csX20" fmla="*/ 1408819 w 2370196"/>
                <a:gd name="csY20" fmla="*/ 0 h 2359377"/>
                <a:gd name="csX21" fmla="*/ 1081038 w 2370196"/>
                <a:gd name="csY21" fmla="*/ 1163053 h 2359377"/>
                <a:gd name="csX22" fmla="*/ 970124 w 2370196"/>
                <a:gd name="csY22" fmla="*/ 1167739 h 2359377"/>
                <a:gd name="csX23" fmla="*/ 553156 w 2370196"/>
                <a:gd name="csY23" fmla="*/ 1391024 h 2359377"/>
                <a:gd name="csX24" fmla="*/ 543283 w 2370196"/>
                <a:gd name="csY24" fmla="*/ 1406578 h 2359377"/>
                <a:gd name="csX25" fmla="*/ 542371 w 2370196"/>
                <a:gd name="csY25" fmla="*/ 1405998 h 2359377"/>
                <a:gd name="csX26" fmla="*/ 515766 w 2370196"/>
                <a:gd name="csY26" fmla="*/ 1704610 h 2359377"/>
                <a:gd name="csX27" fmla="*/ 789091 w 2370196"/>
                <a:gd name="csY27" fmla="*/ 1872344 h 2359377"/>
                <a:gd name="csX28" fmla="*/ 1060749 w 2370196"/>
                <a:gd name="csY28" fmla="*/ 1779929 h 2359377"/>
                <a:gd name="csX29" fmla="*/ 1294394 w 2370196"/>
                <a:gd name="csY29" fmla="*/ 1508882 h 2359377"/>
                <a:gd name="csX30" fmla="*/ 1414907 w 2370196"/>
                <a:gd name="csY30" fmla="*/ 1244249 h 2359377"/>
                <a:gd name="csX31" fmla="*/ 1081038 w 2370196"/>
                <a:gd name="csY31" fmla="*/ 1163053 h 23593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370196" h="2359377">
                  <a:moveTo>
                    <a:pt x="1408819" y="0"/>
                  </a:moveTo>
                  <a:lnTo>
                    <a:pt x="1911127" y="0"/>
                  </a:lnTo>
                  <a:lnTo>
                    <a:pt x="1920629" y="30666"/>
                  </a:lnTo>
                  <a:cubicBezTo>
                    <a:pt x="1951559" y="145617"/>
                    <a:pt x="1973991" y="263457"/>
                    <a:pt x="1987359" y="382876"/>
                  </a:cubicBezTo>
                  <a:cubicBezTo>
                    <a:pt x="2012161" y="602532"/>
                    <a:pt x="2006025" y="822412"/>
                    <a:pt x="1969548" y="1036528"/>
                  </a:cubicBezTo>
                  <a:cubicBezTo>
                    <a:pt x="2067613" y="1127630"/>
                    <a:pt x="2150663" y="1232281"/>
                    <a:pt x="2215482" y="1348470"/>
                  </a:cubicBezTo>
                  <a:cubicBezTo>
                    <a:pt x="2284306" y="1471996"/>
                    <a:pt x="2333204" y="1596337"/>
                    <a:pt x="2361895" y="1720675"/>
                  </a:cubicBezTo>
                  <a:lnTo>
                    <a:pt x="2370196" y="1764346"/>
                  </a:lnTo>
                  <a:lnTo>
                    <a:pt x="1902557" y="1919986"/>
                  </a:lnTo>
                  <a:lnTo>
                    <a:pt x="1884230" y="1814982"/>
                  </a:lnTo>
                  <a:cubicBezTo>
                    <a:pt x="1866244" y="1743878"/>
                    <a:pt x="1836948" y="1671657"/>
                    <a:pt x="1796392" y="1597339"/>
                  </a:cubicBezTo>
                  <a:cubicBezTo>
                    <a:pt x="1772621" y="1648937"/>
                    <a:pt x="1746561" y="1699082"/>
                    <a:pt x="1718375" y="1748540"/>
                  </a:cubicBezTo>
                  <a:cubicBezTo>
                    <a:pt x="1650916" y="1867946"/>
                    <a:pt x="1531735" y="2038515"/>
                    <a:pt x="1349363" y="2172190"/>
                  </a:cubicBezTo>
                  <a:cubicBezTo>
                    <a:pt x="1168021" y="2305255"/>
                    <a:pt x="965001" y="2369381"/>
                    <a:pt x="762370" y="2358112"/>
                  </a:cubicBezTo>
                  <a:cubicBezTo>
                    <a:pt x="460006" y="2341236"/>
                    <a:pt x="203725" y="2175965"/>
                    <a:pt x="77525" y="1916946"/>
                  </a:cubicBezTo>
                  <a:cubicBezTo>
                    <a:pt x="-48060" y="1658981"/>
                    <a:pt x="-19717" y="1357627"/>
                    <a:pt x="152745" y="1111214"/>
                  </a:cubicBezTo>
                  <a:cubicBezTo>
                    <a:pt x="316457" y="876556"/>
                    <a:pt x="593865" y="720505"/>
                    <a:pt x="912730" y="683093"/>
                  </a:cubicBezTo>
                  <a:cubicBezTo>
                    <a:pt x="1113080" y="659555"/>
                    <a:pt x="1317666" y="684929"/>
                    <a:pt x="1511901" y="756928"/>
                  </a:cubicBezTo>
                  <a:cubicBezTo>
                    <a:pt x="1526057" y="519358"/>
                    <a:pt x="1494430" y="278366"/>
                    <a:pt x="1419225" y="51957"/>
                  </a:cubicBezTo>
                  <a:lnTo>
                    <a:pt x="1400227" y="2860"/>
                  </a:lnTo>
                  <a:lnTo>
                    <a:pt x="1408819" y="0"/>
                  </a:lnTo>
                  <a:close/>
                  <a:moveTo>
                    <a:pt x="1081038" y="1163053"/>
                  </a:moveTo>
                  <a:cubicBezTo>
                    <a:pt x="1043640" y="1161899"/>
                    <a:pt x="1006537" y="1163437"/>
                    <a:pt x="970124" y="1167739"/>
                  </a:cubicBezTo>
                  <a:cubicBezTo>
                    <a:pt x="791967" y="1188654"/>
                    <a:pt x="636111" y="1272472"/>
                    <a:pt x="553156" y="1391024"/>
                  </a:cubicBezTo>
                  <a:cubicBezTo>
                    <a:pt x="549960" y="1396059"/>
                    <a:pt x="546479" y="1401543"/>
                    <a:pt x="543283" y="1406578"/>
                  </a:cubicBezTo>
                  <a:lnTo>
                    <a:pt x="542371" y="1405998"/>
                  </a:lnTo>
                  <a:cubicBezTo>
                    <a:pt x="480568" y="1503359"/>
                    <a:pt x="470991" y="1611422"/>
                    <a:pt x="515766" y="1704610"/>
                  </a:cubicBezTo>
                  <a:cubicBezTo>
                    <a:pt x="564290" y="1804024"/>
                    <a:pt x="663933" y="1865353"/>
                    <a:pt x="789091" y="1872344"/>
                  </a:cubicBezTo>
                  <a:cubicBezTo>
                    <a:pt x="878907" y="1877395"/>
                    <a:pt x="970455" y="1846371"/>
                    <a:pt x="1060749" y="1779929"/>
                  </a:cubicBezTo>
                  <a:cubicBezTo>
                    <a:pt x="1148671" y="1715199"/>
                    <a:pt x="1231528" y="1619032"/>
                    <a:pt x="1294394" y="1508882"/>
                  </a:cubicBezTo>
                  <a:cubicBezTo>
                    <a:pt x="1342496" y="1424014"/>
                    <a:pt x="1382422" y="1335847"/>
                    <a:pt x="1414907" y="1244249"/>
                  </a:cubicBezTo>
                  <a:cubicBezTo>
                    <a:pt x="1308086" y="1194224"/>
                    <a:pt x="1193234" y="1166520"/>
                    <a:pt x="1081038" y="116305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1" name="Figura a mano libera: Forma 40">
              <a:extLst>
                <a:ext uri="{FF2B5EF4-FFF2-40B4-BE49-F238E27FC236}">
                  <a16:creationId xmlns:a16="http://schemas.microsoft.com/office/drawing/2014/main" id="{B08DBAE0-60D8-9A95-7221-7929E3FF0034}"/>
                </a:ext>
              </a:extLst>
            </p:cNvPr>
            <p:cNvSpPr/>
            <p:nvPr/>
          </p:nvSpPr>
          <p:spPr>
            <a:xfrm>
              <a:off x="9108330" y="2629165"/>
              <a:ext cx="1686045" cy="1438108"/>
            </a:xfrm>
            <a:custGeom>
              <a:avLst/>
              <a:gdLst>
                <a:gd name="csX0" fmla="*/ 1405032 w 1686045"/>
                <a:gd name="csY0" fmla="*/ 0 h 1438108"/>
                <a:gd name="csX1" fmla="*/ 1686045 w 1686045"/>
                <a:gd name="csY1" fmla="*/ 412000 h 1438108"/>
                <a:gd name="csX2" fmla="*/ 1630174 w 1686045"/>
                <a:gd name="csY2" fmla="*/ 468949 h 1438108"/>
                <a:gd name="csX3" fmla="*/ 1001136 w 1686045"/>
                <a:gd name="csY3" fmla="*/ 987794 h 1438108"/>
                <a:gd name="csX4" fmla="*/ 787624 w 1686045"/>
                <a:gd name="csY4" fmla="*/ 1152338 h 1438108"/>
                <a:gd name="csX5" fmla="*/ 494369 w 1686045"/>
                <a:gd name="csY5" fmla="*/ 1421377 h 1438108"/>
                <a:gd name="csX6" fmla="*/ 480007 w 1686045"/>
                <a:gd name="csY6" fmla="*/ 1438108 h 1438108"/>
                <a:gd name="csX7" fmla="*/ 0 w 1686045"/>
                <a:gd name="csY7" fmla="*/ 1253050 h 1438108"/>
                <a:gd name="csX8" fmla="*/ 130426 w 1686045"/>
                <a:gd name="csY8" fmla="*/ 1097146 h 1438108"/>
                <a:gd name="csX9" fmla="*/ 485260 w 1686045"/>
                <a:gd name="csY9" fmla="*/ 770615 h 1438108"/>
                <a:gd name="csX10" fmla="*/ 706470 w 1686045"/>
                <a:gd name="csY10" fmla="*/ 600015 h 1438108"/>
                <a:gd name="csX11" fmla="*/ 1375533 w 1686045"/>
                <a:gd name="csY11" fmla="*/ 33361 h 1438108"/>
                <a:gd name="csX12" fmla="*/ 1405032 w 1686045"/>
                <a:gd name="csY12" fmla="*/ 0 h 14381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686045" h="1438108">
                  <a:moveTo>
                    <a:pt x="1405032" y="0"/>
                  </a:moveTo>
                  <a:lnTo>
                    <a:pt x="1686045" y="412000"/>
                  </a:lnTo>
                  <a:lnTo>
                    <a:pt x="1630174" y="468949"/>
                  </a:lnTo>
                  <a:cubicBezTo>
                    <a:pt x="1431831" y="660817"/>
                    <a:pt x="1207830" y="830827"/>
                    <a:pt x="1001136" y="987794"/>
                  </a:cubicBezTo>
                  <a:cubicBezTo>
                    <a:pt x="925378" y="1045488"/>
                    <a:pt x="853587" y="1099965"/>
                    <a:pt x="787624" y="1152338"/>
                  </a:cubicBezTo>
                  <a:cubicBezTo>
                    <a:pt x="699121" y="1222404"/>
                    <a:pt x="593614" y="1314138"/>
                    <a:pt x="494369" y="1421377"/>
                  </a:cubicBezTo>
                  <a:lnTo>
                    <a:pt x="480007" y="1438108"/>
                  </a:lnTo>
                  <a:lnTo>
                    <a:pt x="0" y="1253050"/>
                  </a:lnTo>
                  <a:lnTo>
                    <a:pt x="130426" y="1097146"/>
                  </a:lnTo>
                  <a:cubicBezTo>
                    <a:pt x="232879" y="985522"/>
                    <a:pt x="351389" y="876398"/>
                    <a:pt x="485260" y="770615"/>
                  </a:cubicBezTo>
                  <a:cubicBezTo>
                    <a:pt x="555223" y="714978"/>
                    <a:pt x="629083" y="659262"/>
                    <a:pt x="706470" y="600015"/>
                  </a:cubicBezTo>
                  <a:cubicBezTo>
                    <a:pt x="932558" y="428042"/>
                    <a:pt x="1181332" y="239095"/>
                    <a:pt x="1375533" y="33361"/>
                  </a:cubicBezTo>
                  <a:lnTo>
                    <a:pt x="140503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39" name="Figura a mano libera: Forma 38">
              <a:extLst>
                <a:ext uri="{FF2B5EF4-FFF2-40B4-BE49-F238E27FC236}">
                  <a16:creationId xmlns:a16="http://schemas.microsoft.com/office/drawing/2014/main" id="{CB0C7F53-F387-47A1-A100-F581CF2371B9}"/>
                </a:ext>
              </a:extLst>
            </p:cNvPr>
            <p:cNvSpPr/>
            <p:nvPr/>
          </p:nvSpPr>
          <p:spPr>
            <a:xfrm>
              <a:off x="10513362" y="1764347"/>
              <a:ext cx="796618" cy="1276819"/>
            </a:xfrm>
            <a:custGeom>
              <a:avLst/>
              <a:gdLst>
                <a:gd name="csX0" fmla="*/ 774469 w 796618"/>
                <a:gd name="csY0" fmla="*/ 0 h 1276819"/>
                <a:gd name="csX1" fmla="*/ 783892 w 796618"/>
                <a:gd name="csY1" fmla="*/ 49569 h 1276819"/>
                <a:gd name="csX2" fmla="*/ 791334 w 796618"/>
                <a:gd name="csY2" fmla="*/ 328518 h 1276819"/>
                <a:gd name="csX3" fmla="*/ 545169 w 796618"/>
                <a:gd name="csY3" fmla="*/ 962895 h 1276819"/>
                <a:gd name="csX4" fmla="*/ 340725 w 796618"/>
                <a:gd name="csY4" fmla="*/ 1215953 h 1276819"/>
                <a:gd name="csX5" fmla="*/ 281013 w 796618"/>
                <a:gd name="csY5" fmla="*/ 1276819 h 1276819"/>
                <a:gd name="csX6" fmla="*/ 0 w 796618"/>
                <a:gd name="csY6" fmla="*/ 864819 h 1276819"/>
                <a:gd name="csX7" fmla="*/ 62697 w 796618"/>
                <a:gd name="csY7" fmla="*/ 793915 h 1276819"/>
                <a:gd name="csX8" fmla="*/ 143651 w 796618"/>
                <a:gd name="csY8" fmla="*/ 686858 h 1276819"/>
                <a:gd name="csX9" fmla="*/ 306994 w 796618"/>
                <a:gd name="csY9" fmla="*/ 156577 h 1276819"/>
                <a:gd name="csX10" fmla="*/ 306830 w 796618"/>
                <a:gd name="csY10" fmla="*/ 155640 h 1276819"/>
                <a:gd name="csX11" fmla="*/ 774469 w 796618"/>
                <a:gd name="csY11" fmla="*/ 0 h 12768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796618" h="1276819">
                  <a:moveTo>
                    <a:pt x="774469" y="0"/>
                  </a:moveTo>
                  <a:lnTo>
                    <a:pt x="783892" y="49569"/>
                  </a:lnTo>
                  <a:cubicBezTo>
                    <a:pt x="797819" y="142784"/>
                    <a:pt x="800340" y="235882"/>
                    <a:pt x="791334" y="328518"/>
                  </a:cubicBezTo>
                  <a:cubicBezTo>
                    <a:pt x="770492" y="542281"/>
                    <a:pt x="687865" y="755288"/>
                    <a:pt x="545169" y="962895"/>
                  </a:cubicBezTo>
                  <a:cubicBezTo>
                    <a:pt x="484335" y="1051403"/>
                    <a:pt x="415270" y="1135568"/>
                    <a:pt x="340725" y="1215953"/>
                  </a:cubicBezTo>
                  <a:lnTo>
                    <a:pt x="281013" y="1276819"/>
                  </a:lnTo>
                  <a:lnTo>
                    <a:pt x="0" y="864819"/>
                  </a:lnTo>
                  <a:lnTo>
                    <a:pt x="62697" y="793915"/>
                  </a:lnTo>
                  <a:cubicBezTo>
                    <a:pt x="91674" y="758695"/>
                    <a:pt x="118778" y="723009"/>
                    <a:pt x="143651" y="686858"/>
                  </a:cubicBezTo>
                  <a:cubicBezTo>
                    <a:pt x="269469" y="503816"/>
                    <a:pt x="323654" y="332157"/>
                    <a:pt x="306994" y="156577"/>
                  </a:cubicBezTo>
                  <a:lnTo>
                    <a:pt x="306830" y="155640"/>
                  </a:lnTo>
                  <a:lnTo>
                    <a:pt x="77446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5" name="Figura a mano libera: Forma 44">
              <a:extLst>
                <a:ext uri="{FF2B5EF4-FFF2-40B4-BE49-F238E27FC236}">
                  <a16:creationId xmlns:a16="http://schemas.microsoft.com/office/drawing/2014/main" id="{1483A6D9-E34E-42EC-33AE-3A1DDE20E7E7}"/>
                </a:ext>
              </a:extLst>
            </p:cNvPr>
            <p:cNvSpPr/>
            <p:nvPr/>
          </p:nvSpPr>
          <p:spPr>
            <a:xfrm rot="20432440">
              <a:off x="9108100" y="6304951"/>
              <a:ext cx="827275" cy="711161"/>
            </a:xfrm>
            <a:custGeom>
              <a:avLst/>
              <a:gdLst>
                <a:gd name="csX0" fmla="*/ 492750 w 827275"/>
                <a:gd name="csY0" fmla="*/ 0 h 711161"/>
                <a:gd name="csX1" fmla="*/ 500751 w 827275"/>
                <a:gd name="csY1" fmla="*/ 66570 h 711161"/>
                <a:gd name="csX2" fmla="*/ 810310 w 827275"/>
                <a:gd name="csY2" fmla="*/ 694586 h 711161"/>
                <a:gd name="csX3" fmla="*/ 827275 w 827275"/>
                <a:gd name="csY3" fmla="*/ 711161 h 711161"/>
                <a:gd name="csX4" fmla="*/ 105615 w 827275"/>
                <a:gd name="csY4" fmla="*/ 456184 h 711161"/>
                <a:gd name="csX5" fmla="*/ 96644 w 827275"/>
                <a:gd name="csY5" fmla="*/ 433871 h 711161"/>
                <a:gd name="csX6" fmla="*/ 21559 w 827275"/>
                <a:gd name="csY6" fmla="*/ 154922 h 711161"/>
                <a:gd name="csX7" fmla="*/ 753 w 827275"/>
                <a:gd name="csY7" fmla="*/ 11664 h 711161"/>
                <a:gd name="csX8" fmla="*/ 0 w 827275"/>
                <a:gd name="csY8" fmla="*/ 0 h 711161"/>
                <a:gd name="csX9" fmla="*/ 492750 w 827275"/>
                <a:gd name="csY9" fmla="*/ 0 h 7111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827275" h="711161">
                  <a:moveTo>
                    <a:pt x="492750" y="0"/>
                  </a:moveTo>
                  <a:lnTo>
                    <a:pt x="500751" y="66570"/>
                  </a:lnTo>
                  <a:cubicBezTo>
                    <a:pt x="545580" y="308553"/>
                    <a:pt x="654507" y="528142"/>
                    <a:pt x="810310" y="694586"/>
                  </a:cubicBezTo>
                  <a:lnTo>
                    <a:pt x="827275" y="711161"/>
                  </a:lnTo>
                  <a:lnTo>
                    <a:pt x="105615" y="456184"/>
                  </a:lnTo>
                  <a:lnTo>
                    <a:pt x="96644" y="433871"/>
                  </a:lnTo>
                  <a:cubicBezTo>
                    <a:pt x="64576" y="343910"/>
                    <a:pt x="39369" y="250596"/>
                    <a:pt x="21559" y="154922"/>
                  </a:cubicBezTo>
                  <a:cubicBezTo>
                    <a:pt x="12682" y="107231"/>
                    <a:pt x="5753" y="59432"/>
                    <a:pt x="753" y="11664"/>
                  </a:cubicBezTo>
                  <a:lnTo>
                    <a:pt x="0" y="0"/>
                  </a:lnTo>
                  <a:lnTo>
                    <a:pt x="4927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  <p:sp>
          <p:nvSpPr>
            <p:cNvPr id="44" name="Figura a mano libera: Forma 43">
              <a:extLst>
                <a:ext uri="{FF2B5EF4-FFF2-40B4-BE49-F238E27FC236}">
                  <a16:creationId xmlns:a16="http://schemas.microsoft.com/office/drawing/2014/main" id="{B4C1F8D2-A849-9AA1-621B-B9A97541078F}"/>
                </a:ext>
              </a:extLst>
            </p:cNvPr>
            <p:cNvSpPr/>
            <p:nvPr/>
          </p:nvSpPr>
          <p:spPr>
            <a:xfrm rot="20432440">
              <a:off x="8530393" y="3699521"/>
              <a:ext cx="2601854" cy="2401753"/>
            </a:xfrm>
            <a:custGeom>
              <a:avLst/>
              <a:gdLst>
                <a:gd name="csX0" fmla="*/ 958430 w 2601854"/>
                <a:gd name="csY0" fmla="*/ 0 h 2401753"/>
                <a:gd name="csX1" fmla="*/ 1349368 w 2601854"/>
                <a:gd name="csY1" fmla="*/ 334396 h 2401753"/>
                <a:gd name="csX2" fmla="*/ 1240317 w 2601854"/>
                <a:gd name="csY2" fmla="*/ 397097 h 2401753"/>
                <a:gd name="csX3" fmla="*/ 839188 w 2601854"/>
                <a:gd name="csY3" fmla="*/ 811851 h 2401753"/>
                <a:gd name="csX4" fmla="*/ 1111305 w 2601854"/>
                <a:gd name="csY4" fmla="*/ 700825 h 2401753"/>
                <a:gd name="csX5" fmla="*/ 1913445 w 2601854"/>
                <a:gd name="csY5" fmla="*/ 710836 h 2401753"/>
                <a:gd name="csX6" fmla="*/ 2548325 w 2601854"/>
                <a:gd name="csY6" fmla="*/ 1281105 h 2401753"/>
                <a:gd name="csX7" fmla="*/ 2585020 w 2601854"/>
                <a:gd name="csY7" fmla="*/ 1736403 h 2401753"/>
                <a:gd name="csX8" fmla="*/ 2381652 w 2601854"/>
                <a:gd name="csY8" fmla="*/ 2093680 h 2401753"/>
                <a:gd name="csX9" fmla="*/ 1809311 w 2601854"/>
                <a:gd name="csY9" fmla="*/ 2347438 h 2401753"/>
                <a:gd name="csX10" fmla="*/ 1192017 w 2601854"/>
                <a:gd name="csY10" fmla="*/ 2275656 h 2401753"/>
                <a:gd name="csX11" fmla="*/ 561203 w 2601854"/>
                <a:gd name="csY11" fmla="*/ 1806151 h 2401753"/>
                <a:gd name="csX12" fmla="*/ 489162 w 2601854"/>
                <a:gd name="csY12" fmla="*/ 2296806 h 2401753"/>
                <a:gd name="csX13" fmla="*/ 501773 w 2601854"/>
                <a:gd name="csY13" fmla="*/ 2401753 h 2401753"/>
                <a:gd name="csX14" fmla="*/ 9023 w 2601854"/>
                <a:gd name="csY14" fmla="*/ 2401753 h 2401753"/>
                <a:gd name="csX15" fmla="*/ 535 w 2601854"/>
                <a:gd name="csY15" fmla="*/ 2270344 h 2401753"/>
                <a:gd name="csX16" fmla="*/ 181347 w 2601854"/>
                <a:gd name="csY16" fmla="*/ 1462565 h 2401753"/>
                <a:gd name="csX17" fmla="*/ 308413 w 2601854"/>
                <a:gd name="csY17" fmla="*/ 1258831 h 2401753"/>
                <a:gd name="csX18" fmla="*/ 295417 w 2601854"/>
                <a:gd name="csY18" fmla="*/ 991529 h 2401753"/>
                <a:gd name="csX19" fmla="*/ 454255 w 2601854"/>
                <a:gd name="csY19" fmla="*/ 497742 h 2401753"/>
                <a:gd name="csX20" fmla="*/ 775837 w 2601854"/>
                <a:gd name="csY20" fmla="*/ 132352 h 2401753"/>
                <a:gd name="csX21" fmla="*/ 943509 w 2601854"/>
                <a:gd name="csY21" fmla="*/ 8833 h 2401753"/>
                <a:gd name="csX22" fmla="*/ 958430 w 2601854"/>
                <a:gd name="csY22" fmla="*/ 0 h 2401753"/>
                <a:gd name="csX23" fmla="*/ 1736263 w 2601854"/>
                <a:gd name="csY23" fmla="*/ 1166155 h 2401753"/>
                <a:gd name="csX24" fmla="*/ 1257930 w 2601854"/>
                <a:gd name="csY24" fmla="*/ 1165519 h 2401753"/>
                <a:gd name="csX25" fmla="*/ 861266 w 2601854"/>
                <a:gd name="csY25" fmla="*/ 1379157 h 2401753"/>
                <a:gd name="csX26" fmla="*/ 932828 w 2601854"/>
                <a:gd name="csY26" fmla="*/ 1489603 h 2401753"/>
                <a:gd name="csX27" fmla="*/ 1373661 w 2601854"/>
                <a:gd name="csY27" fmla="*/ 1823190 h 2401753"/>
                <a:gd name="csX28" fmla="*/ 2045352 w 2601854"/>
                <a:gd name="csY28" fmla="*/ 1740700 h 2401753"/>
                <a:gd name="csX29" fmla="*/ 2087954 w 2601854"/>
                <a:gd name="csY29" fmla="*/ 1440770 h 2401753"/>
                <a:gd name="csX30" fmla="*/ 1736263 w 2601854"/>
                <a:gd name="csY30" fmla="*/ 1166155 h 24017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</a:cxnLst>
              <a:rect l="l" t="t" r="r" b="b"/>
              <a:pathLst>
                <a:path w="2601854" h="2401753">
                  <a:moveTo>
                    <a:pt x="958430" y="0"/>
                  </a:moveTo>
                  <a:lnTo>
                    <a:pt x="1349368" y="334396"/>
                  </a:lnTo>
                  <a:lnTo>
                    <a:pt x="1240317" y="397097"/>
                  </a:lnTo>
                  <a:cubicBezTo>
                    <a:pt x="1072125" y="502969"/>
                    <a:pt x="919461" y="639688"/>
                    <a:pt x="839188" y="811851"/>
                  </a:cubicBezTo>
                  <a:cubicBezTo>
                    <a:pt x="924654" y="768168"/>
                    <a:pt x="1015138" y="730876"/>
                    <a:pt x="1111305" y="700825"/>
                  </a:cubicBezTo>
                  <a:cubicBezTo>
                    <a:pt x="1353431" y="624364"/>
                    <a:pt x="1653446" y="627788"/>
                    <a:pt x="1913445" y="710836"/>
                  </a:cubicBezTo>
                  <a:cubicBezTo>
                    <a:pt x="2229924" y="811506"/>
                    <a:pt x="2455825" y="1014247"/>
                    <a:pt x="2548325" y="1281105"/>
                  </a:cubicBezTo>
                  <a:cubicBezTo>
                    <a:pt x="2603908" y="1441319"/>
                    <a:pt x="2616321" y="1594781"/>
                    <a:pt x="2585020" y="1736403"/>
                  </a:cubicBezTo>
                  <a:cubicBezTo>
                    <a:pt x="2554704" y="1873126"/>
                    <a:pt x="2486654" y="1993347"/>
                    <a:pt x="2381652" y="2093680"/>
                  </a:cubicBezTo>
                  <a:cubicBezTo>
                    <a:pt x="2241430" y="2227179"/>
                    <a:pt x="2038501" y="2317624"/>
                    <a:pt x="1809311" y="2347438"/>
                  </a:cubicBezTo>
                  <a:cubicBezTo>
                    <a:pt x="1595779" y="2375281"/>
                    <a:pt x="1376729" y="2349624"/>
                    <a:pt x="1192017" y="2275656"/>
                  </a:cubicBezTo>
                  <a:cubicBezTo>
                    <a:pt x="945880" y="2176921"/>
                    <a:pt x="722929" y="2010409"/>
                    <a:pt x="561203" y="1806151"/>
                  </a:cubicBezTo>
                  <a:cubicBezTo>
                    <a:pt x="504463" y="1958100"/>
                    <a:pt x="479892" y="2125873"/>
                    <a:pt x="489162" y="2296806"/>
                  </a:cubicBezTo>
                  <a:lnTo>
                    <a:pt x="501773" y="2401753"/>
                  </a:lnTo>
                  <a:lnTo>
                    <a:pt x="9023" y="2401753"/>
                  </a:lnTo>
                  <a:lnTo>
                    <a:pt x="535" y="2270344"/>
                  </a:lnTo>
                  <a:cubicBezTo>
                    <a:pt x="-6456" y="1984940"/>
                    <a:pt x="55237" y="1705657"/>
                    <a:pt x="181347" y="1462565"/>
                  </a:cubicBezTo>
                  <a:cubicBezTo>
                    <a:pt x="218523" y="1390685"/>
                    <a:pt x="261416" y="1322584"/>
                    <a:pt x="308413" y="1258831"/>
                  </a:cubicBezTo>
                  <a:cubicBezTo>
                    <a:pt x="292798" y="1170555"/>
                    <a:pt x="288526" y="1080950"/>
                    <a:pt x="295417" y="991529"/>
                  </a:cubicBezTo>
                  <a:cubicBezTo>
                    <a:pt x="309071" y="816923"/>
                    <a:pt x="362231" y="650549"/>
                    <a:pt x="454255" y="497742"/>
                  </a:cubicBezTo>
                  <a:cubicBezTo>
                    <a:pt x="533319" y="366123"/>
                    <a:pt x="641396" y="243403"/>
                    <a:pt x="775837" y="132352"/>
                  </a:cubicBezTo>
                  <a:cubicBezTo>
                    <a:pt x="827956" y="89370"/>
                    <a:pt x="883886" y="48173"/>
                    <a:pt x="943509" y="8833"/>
                  </a:cubicBezTo>
                  <a:lnTo>
                    <a:pt x="958430" y="0"/>
                  </a:lnTo>
                  <a:close/>
                  <a:moveTo>
                    <a:pt x="1736263" y="1166155"/>
                  </a:moveTo>
                  <a:cubicBezTo>
                    <a:pt x="1574202" y="1121915"/>
                    <a:pt x="1391035" y="1123339"/>
                    <a:pt x="1257930" y="1165519"/>
                  </a:cubicBezTo>
                  <a:cubicBezTo>
                    <a:pt x="1105623" y="1213483"/>
                    <a:pt x="972362" y="1285713"/>
                    <a:pt x="861266" y="1379157"/>
                  </a:cubicBezTo>
                  <a:cubicBezTo>
                    <a:pt x="883970" y="1421229"/>
                    <a:pt x="909176" y="1458597"/>
                    <a:pt x="932828" y="1489603"/>
                  </a:cubicBezTo>
                  <a:cubicBezTo>
                    <a:pt x="1042646" y="1634750"/>
                    <a:pt x="1199649" y="1753209"/>
                    <a:pt x="1373661" y="1823190"/>
                  </a:cubicBezTo>
                  <a:cubicBezTo>
                    <a:pt x="1592917" y="1911356"/>
                    <a:pt x="1906834" y="1872860"/>
                    <a:pt x="2045352" y="1740700"/>
                  </a:cubicBezTo>
                  <a:cubicBezTo>
                    <a:pt x="2092440" y="1695475"/>
                    <a:pt x="2148721" y="1615491"/>
                    <a:pt x="2087954" y="1440770"/>
                  </a:cubicBezTo>
                  <a:cubicBezTo>
                    <a:pt x="2039276" y="1300295"/>
                    <a:pt x="1898322" y="1210393"/>
                    <a:pt x="1736263" y="1166155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039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48AF753-8E75-D016-87F7-0A36C7019FC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27598" r="8370"/>
          <a:stretch/>
        </p:blipFill>
        <p:spPr>
          <a:xfrm>
            <a:off x="10010059" y="0"/>
            <a:ext cx="2181941" cy="157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5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61" r:id="rId3"/>
    <p:sldLayoutId id="2147483651" r:id="rId4"/>
    <p:sldLayoutId id="2147483664" r:id="rId5"/>
    <p:sldLayoutId id="2147483650" r:id="rId6"/>
    <p:sldLayoutId id="2147483663" r:id="rId7"/>
    <p:sldLayoutId id="2147483654" r:id="rId8"/>
    <p:sldLayoutId id="2147483665" r:id="rId9"/>
    <p:sldLayoutId id="2147483671" r:id="rId10"/>
    <p:sldLayoutId id="2147483666" r:id="rId11"/>
    <p:sldLayoutId id="2147483667" r:id="rId12"/>
    <p:sldLayoutId id="2147483658" r:id="rId13"/>
    <p:sldLayoutId id="2147483659" r:id="rId14"/>
    <p:sldLayoutId id="2147483669" r:id="rId15"/>
    <p:sldLayoutId id="214748367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CEA43-94AE-7F9C-3B28-901CE432C2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3328" y="721434"/>
            <a:ext cx="6647571" cy="645477"/>
          </a:xfrm>
        </p:spPr>
        <p:txBody>
          <a:bodyPr/>
          <a:lstStyle/>
          <a:p>
            <a:r>
              <a:rPr lang="it-IT" dirty="0"/>
              <a:t>Anomaly Detection DEMO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24649-0F58-3F51-F191-E2EB6D29B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329" y="1372309"/>
            <a:ext cx="10031282" cy="463525"/>
          </a:xfrm>
        </p:spPr>
        <p:txBody>
          <a:bodyPr/>
          <a:lstStyle/>
          <a:p>
            <a:r>
              <a:rPr lang="it-IT" dirty="0"/>
              <a:t>OptixEdge: da semplice edge device a vero agente intelligente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379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Obbiettivo della demo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Questa demo è un'applicazione FTOptix che rappresenta in modo semplificato il </a:t>
            </a:r>
            <a:r>
              <a:rPr lang="it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digital twin </a:t>
            </a: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di una macchina per la produzione di graffette.</a:t>
            </a:r>
          </a:p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L'obiettivo è rilevare anomalie direttamente su OptixEdge, tramite un piccolo modello di </a:t>
            </a:r>
            <a:r>
              <a:rPr lang="it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machine learning</a:t>
            </a: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, senza portare l'inferenza fuori macchina.</a:t>
            </a:r>
          </a:p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Il punto chiave è </a:t>
            </a:r>
            <a:r>
              <a:rPr lang="it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far parlare i dati di campo</a:t>
            </a: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, che spesso esistono ma non vengono sfruttati oltre la visualizzazione HMI.</a:t>
            </a:r>
          </a:p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Questa soluzione aggiunge condition monitoring; non sostituisce logiche PLC, interblocchi o safety.</a:t>
            </a:r>
          </a:p>
        </p:txBody>
      </p:sp>
    </p:spTree>
    <p:extLst>
      <p:ext uri="{BB962C8B-B14F-4D97-AF65-F5344CB8AC3E}">
        <p14:creationId xmlns:p14="http://schemas.microsoft.com/office/powerpoint/2010/main" val="48218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Applicativo FTOptix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L'applicativo FTOptix è volutamente minimale: 10 sensori, un bottone, un feedback di stato.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Il bottone forza una condizione anomala nella simulazione e consente di mostrare la reazione del sistema in tempo reale.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La scena 3D e il pannello informativo aiutano a leggere l'architettura della demo senza entrare nel codice.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Dietro un'interfaccia semplice c'è una pipeline completa di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acquisizione dati, inferenza e pubblicazione dell'esito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6451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IL Problema che vogliamo risolvere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Vogliamo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rilevare variazioni di pattern multivariati 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tramite machine learning.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Ovvero</a:t>
            </a:r>
            <a:r>
              <a:rPr lang="it-IT" sz="2600" dirty="0"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 più sensori possono rimanere singolarmente dentro soglia e descrivere comunque, insieme, un comportamento anomalo.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Gli allarmi statici HMI lavorano bene su superamenti espliciti, ma sono deboli quando conta la relazione tra variabili.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Il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modello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 osserva proprio questi rapporti tra segnali e cerca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deviazioni rispetto al comportamento normale appreso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448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Architettura della demo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FTOptix pubblica dati di campo via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MQTT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it" sz="2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Su OptixEdge girano due container: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broker MQTT 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Mosquitto e servizio Python di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anomaly detection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Il detector riceve i messaggi, li preprocessa, esegue l'inferenza e pubblica l'esito </a:t>
            </a:r>
          </a:p>
          <a:p>
            <a:pPr>
              <a:spcAft>
                <a:spcPts val="1000"/>
              </a:spcAft>
            </a:pP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L'output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 utile alla demo è un </a:t>
            </a:r>
            <a:r>
              <a:rPr lang="it" sz="2600" b="1" dirty="0">
                <a:latin typeface="Segoe UI" panose="020B0502040204020203" pitchFamily="34" charset="0"/>
                <a:cs typeface="Segoe UI" panose="020B0502040204020203" pitchFamily="34" charset="0"/>
              </a:rPr>
              <a:t>esito binario di anomalia</a:t>
            </a:r>
            <a:r>
              <a:rPr lang="it" sz="2600" dirty="0">
                <a:latin typeface="Segoe UI" panose="020B0502040204020203" pitchFamily="34" charset="0"/>
                <a:cs typeface="Segoe UI" panose="020B0502040204020203" pitchFamily="34" charset="0"/>
              </a:rPr>
              <a:t>, ma il payload pubblicato include anche score e threshold.</a:t>
            </a:r>
          </a:p>
        </p:txBody>
      </p:sp>
    </p:spTree>
    <p:extLst>
      <p:ext uri="{BB962C8B-B14F-4D97-AF65-F5344CB8AC3E}">
        <p14:creationId xmlns:p14="http://schemas.microsoft.com/office/powerpoint/2010/main" val="3241169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Sequenza runtime e tempi di risposta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FTOptix pubblica </a:t>
            </a: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1 messaggio al secondo con 10 tag sensore.</a:t>
            </a:r>
          </a:p>
          <a:p>
            <a:pPr>
              <a:spcAft>
                <a:spcPts val="1000"/>
              </a:spcAft>
            </a:pP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Il </a:t>
            </a:r>
            <a:r>
              <a:rPr lang="it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detector bufferizza </a:t>
            </a: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30 messaggi, quindi una finestra corrisponde a 30 s con la configurazione attuale.</a:t>
            </a:r>
          </a:p>
          <a:p>
            <a:pPr>
              <a:spcAft>
                <a:spcPts val="1000"/>
              </a:spcAft>
            </a:pP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La finestra viene mediata in un vettore da 10 valori, normalizzata con lo scaler salvato in training e poi inviata al modello.</a:t>
            </a:r>
          </a:p>
          <a:p>
            <a:pPr>
              <a:spcAft>
                <a:spcPts val="1000"/>
              </a:spcAft>
            </a:pP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A ogni finestra completa il sistema pubblica sempre un risultato MQTT: `is_anomaly`, `anomaly_score`, `threshold`.</a:t>
            </a:r>
          </a:p>
          <a:p>
            <a:pPr>
              <a:spcAft>
                <a:spcPts val="1000"/>
              </a:spcAft>
            </a:pP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La latenza di calcolo è locale ed è bassa; </a:t>
            </a:r>
            <a:r>
              <a:rPr lang="it" sz="2200" b="1" dirty="0">
                <a:latin typeface="Segoe UI" panose="020B0502040204020203" pitchFamily="34" charset="0"/>
                <a:cs typeface="Segoe UI" panose="020B0502040204020203" pitchFamily="34" charset="0"/>
              </a:rPr>
              <a:t>la latenza decisionale dipende principalmente dalla finestra di 30 s</a:t>
            </a:r>
            <a:r>
              <a:rPr lang="it" sz="22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39892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Come ragiona il modello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Il modello è un </a:t>
            </a:r>
            <a:r>
              <a:rPr lang="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autoencoder</a:t>
            </a: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 (TensorFlow lite) addestrato con migliaia di dati buoni; ha quindi imparato a </a:t>
            </a:r>
            <a:r>
              <a:rPr lang="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ricostruire bene solo il comportamento normale</a:t>
            </a: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A runtime riceve i dati, estrae le feature rilevanti e prova a rigenerare l'ingresso originale.</a:t>
            </a:r>
          </a:p>
          <a:p>
            <a:pPr>
              <a:spcAft>
                <a:spcPts val="1000"/>
              </a:spcAft>
            </a:pP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Metafora: se riceve una circonferenza, la ricostruisce bene; se riceve un quadrato, produce una circonferenza mal fatta.</a:t>
            </a:r>
          </a:p>
          <a:p>
            <a:pPr>
              <a:spcAft>
                <a:spcPts val="1000"/>
              </a:spcAft>
            </a:pPr>
            <a:r>
              <a:rPr lang="it" sz="2000" b="1" dirty="0">
                <a:latin typeface="Segoe UI" panose="020B0502040204020203" pitchFamily="34" charset="0"/>
                <a:cs typeface="Segoe UI" panose="020B0502040204020203" pitchFamily="34" charset="0"/>
              </a:rPr>
              <a:t>Se la differenza tra input e output supera una soglia, il comportamento viene classificato come anomalo</a:t>
            </a: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>
              <a:spcAft>
                <a:spcPts val="1000"/>
              </a:spcAft>
            </a:pPr>
            <a:r>
              <a:rPr lang="it" sz="2000" dirty="0">
                <a:latin typeface="Segoe UI" panose="020B0502040204020203" pitchFamily="34" charset="0"/>
                <a:cs typeface="Segoe UI" panose="020B0502040204020203" pitchFamily="34" charset="0"/>
              </a:rPr>
              <a:t>L'architettura usata è `10 -&gt; 64 -&gt; 16 -&gt; 64 -&gt; 10`; lo score è l'errore quadratico medio di ricostruzione.</a:t>
            </a:r>
          </a:p>
        </p:txBody>
      </p:sp>
    </p:spTree>
    <p:extLst>
      <p:ext uri="{BB962C8B-B14F-4D97-AF65-F5344CB8AC3E}">
        <p14:creationId xmlns:p14="http://schemas.microsoft.com/office/powerpoint/2010/main" val="310109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Addestramento e soglia decisionale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AB6E48A-1452-0986-2CE5-1FFA2B741B8A}"/>
              </a:ext>
            </a:extLst>
          </p:cNvPr>
          <p:cNvSpPr txBox="1">
            <a:spLocks/>
          </p:cNvSpPr>
          <p:nvPr/>
        </p:nvSpPr>
        <p:spPr>
          <a:xfrm>
            <a:off x="633413" y="2129475"/>
            <a:ext cx="10925175" cy="3917313"/>
          </a:xfr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Il training parte da `normal_train.csv`, simula la stessa finestratura del runtime e salva tre artefatti: `autoencoder.tflite`, `scaler.pkl`, `threshold.json`.</a:t>
            </a:r>
          </a:p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Il deployment edge usa solo questi artefatti; TensorFlow completo serve soltanto in sviluppo per addestrare e convertire il modello.</a:t>
            </a:r>
          </a:p>
          <a:p>
            <a:pPr>
              <a:spcAft>
                <a:spcPts val="1000"/>
              </a:spcAft>
            </a:pPr>
            <a:r>
              <a:rPr lang="it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La soglia corrente è calcolata con la regola</a:t>
            </a: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 `mean(MSE) + 3 x std(MSE)` ed è pari a 0.006430.</a:t>
            </a:r>
          </a:p>
          <a:p>
            <a:pPr>
              <a:spcAft>
                <a:spcPts val="1000"/>
              </a:spcAft>
            </a:pPr>
            <a:r>
              <a:rPr lang="it" sz="2400" dirty="0">
                <a:latin typeface="Segoe UI" panose="020B0502040204020203" pitchFamily="34" charset="0"/>
                <a:cs typeface="Segoe UI" panose="020B0502040204020203" pitchFamily="34" charset="0"/>
              </a:rPr>
              <a:t>Questo approccio (autoencoder) è adatto al contesto industriale: dati normali abbondano, dati di guasto etichettati quasi mai.</a:t>
            </a:r>
          </a:p>
        </p:txBody>
      </p:sp>
    </p:spTree>
    <p:extLst>
      <p:ext uri="{BB962C8B-B14F-4D97-AF65-F5344CB8AC3E}">
        <p14:creationId xmlns:p14="http://schemas.microsoft.com/office/powerpoint/2010/main" val="62113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Autofit/>
          </a:bodyPr>
          <a:lstStyle/>
          <a:p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Cosa mostra la demo quando genero un'anomalia</a:t>
            </a:r>
          </a:p>
        </p:txBody>
      </p:sp>
      <p:graphicFrame>
        <p:nvGraphicFramePr>
          <p:cNvPr id="22" name="Text Placeholder 2">
            <a:extLst>
              <a:ext uri="{FF2B5EF4-FFF2-40B4-BE49-F238E27FC236}">
                <a16:creationId xmlns:a16="http://schemas.microsoft.com/office/drawing/2014/main" id="{FADF5A76-9DFC-5CA3-ED60-00CCD64681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668506"/>
              </p:ext>
            </p:extLst>
          </p:nvPr>
        </p:nvGraphicFramePr>
        <p:xfrm>
          <a:off x="633413" y="2129475"/>
          <a:ext cx="10925175" cy="3917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9010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763DBC2D-5926-013B-23AA-F83AF1B71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 anchor="t">
            <a:normAutofit fontScale="90000"/>
          </a:bodyPr>
          <a:lstStyle/>
          <a:p>
            <a:r>
              <a:rPr lang="en-US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P</a:t>
            </a:r>
            <a:r>
              <a:rPr lang="it" kern="1200" dirty="0">
                <a:latin typeface="Segoe UI" panose="020B0502040204020203" pitchFamily="34" charset="0"/>
                <a:ea typeface="+mj-ea"/>
                <a:cs typeface="Segoe UI" panose="020B0502040204020203" pitchFamily="34" charset="0"/>
              </a:rPr>
              <a:t>unti chiave</a:t>
            </a:r>
          </a:p>
        </p:txBody>
      </p:sp>
      <p:graphicFrame>
        <p:nvGraphicFramePr>
          <p:cNvPr id="23" name="Text Placeholder 2">
            <a:extLst>
              <a:ext uri="{FF2B5EF4-FFF2-40B4-BE49-F238E27FC236}">
                <a16:creationId xmlns:a16="http://schemas.microsoft.com/office/drawing/2014/main" id="{072A1285-9368-BB93-C00F-192732697A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360359"/>
              </p:ext>
            </p:extLst>
          </p:nvPr>
        </p:nvGraphicFramePr>
        <p:xfrm>
          <a:off x="633413" y="2129475"/>
          <a:ext cx="10925175" cy="3917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68848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 Rockwell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a57f92a-214c-462f-a280-2141ca4b1cc0">
      <UserInfo>
        <DisplayName/>
        <AccountId xsi:nil="true"/>
        <AccountType/>
      </UserInfo>
    </SharedWithUsers>
    <lcf76f155ced4ddcb4097134ff3c332f xmlns="ee366ff9-09f4-4a9d-a7b0-79bbb59f2a39" xsi:nil="true"/>
    <TaxCatchAll xmlns="bd5395f4-852d-4397-abf9-dbd25ac1612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9E2FAD474EE84F906F9C94E1BB34AE" ma:contentTypeVersion="172" ma:contentTypeDescription="Creare un nuovo documento." ma:contentTypeScope="" ma:versionID="fe0c3e6fff80cc601b1bf8e72f59a9e3">
  <xsd:schema xmlns:xsd="http://www.w3.org/2001/XMLSchema" xmlns:xs="http://www.w3.org/2001/XMLSchema" xmlns:p="http://schemas.microsoft.com/office/2006/metadata/properties" xmlns:ns2="e6e11c1c-e128-44c4-9412-f36f5460a31e" xmlns:ns3="aa57f92a-214c-462f-a280-2141ca4b1cc0" xmlns:ns4="ee366ff9-09f4-4a9d-a7b0-79bbb59f2a39" xmlns:ns5="bd5395f4-852d-4397-abf9-dbd25ac1612f" targetNamespace="http://schemas.microsoft.com/office/2006/metadata/properties" ma:root="true" ma:fieldsID="0d6ea18bb3a834e6d6561f27baa6cf74" ns2:_="" ns3:_="" ns4:_="" ns5:_="">
    <xsd:import namespace="e6e11c1c-e128-44c4-9412-f36f5460a31e"/>
    <xsd:import namespace="aa57f92a-214c-462f-a280-2141ca4b1cc0"/>
    <xsd:import namespace="ee366ff9-09f4-4a9d-a7b0-79bbb59f2a39"/>
    <xsd:import namespace="bd5395f4-852d-4397-abf9-dbd25ac16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4:lcf76f155ced4ddcb4097134ff3c332f" minOccurs="0"/>
                <xsd:element ref="ns5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e11c1c-e128-44c4-9412-f36f5460a3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57f92a-214c-462f-a280-2141ca4b1c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366ff9-09f4-4a9d-a7b0-79bbb59f2a39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23" nillable="true" ma:displayName="Image Tags_0" ma:hidden="true" ma:internalName="lcf76f155ced4ddcb4097134ff3c332f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395f4-852d-4397-abf9-dbd25ac1612f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434a45ba-3b68-4be3-b21e-01b28ae41668}" ma:internalName="TaxCatchAll" ma:showField="CatchAllData" ma:web="bd5395f4-852d-4397-abf9-dbd25ac1612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9D5593-4EE8-4DB4-A2D6-EF3725506272}">
  <ds:schemaRefs>
    <ds:schemaRef ds:uri="http://schemas.microsoft.com/office/2006/metadata/properties"/>
    <ds:schemaRef ds:uri="http://schemas.microsoft.com/office/infopath/2007/PartnerControls"/>
    <ds:schemaRef ds:uri="287b6a90-1bf5-4c17-9d78-eda5722a159d"/>
    <ds:schemaRef ds:uri="514aeb94-67b7-4667-a492-a40267aa3c07"/>
    <ds:schemaRef ds:uri="c02139e4-cf2b-4902-abde-8df1e154499d"/>
    <ds:schemaRef ds:uri="aa57f92a-214c-462f-a280-2141ca4b1cc0"/>
    <ds:schemaRef ds:uri="ee366ff9-09f4-4a9d-a7b0-79bbb59f2a39"/>
    <ds:schemaRef ds:uri="bd5395f4-852d-4397-abf9-dbd25ac1612f"/>
  </ds:schemaRefs>
</ds:datastoreItem>
</file>

<file path=customXml/itemProps2.xml><?xml version="1.0" encoding="utf-8"?>
<ds:datastoreItem xmlns:ds="http://schemas.openxmlformats.org/officeDocument/2006/customXml" ds:itemID="{3CFC897F-C013-4108-9453-24D40933F1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A5E020-103B-4656-9BD9-032A1FEFC0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6e11c1c-e128-44c4-9412-f36f5460a31e"/>
    <ds:schemaRef ds:uri="aa57f92a-214c-462f-a280-2141ca4b1cc0"/>
    <ds:schemaRef ds:uri="ee366ff9-09f4-4a9d-a7b0-79bbb59f2a39"/>
    <ds:schemaRef ds:uri="bd5395f4-852d-4397-abf9-dbd25ac161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1048</TotalTime>
  <Words>788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Barlow</vt:lpstr>
      <vt:lpstr>Barlow Light</vt:lpstr>
      <vt:lpstr>Barlow Medium</vt:lpstr>
      <vt:lpstr>Barlow SemiBold</vt:lpstr>
      <vt:lpstr>Calibri</vt:lpstr>
      <vt:lpstr>Segoe UI</vt:lpstr>
      <vt:lpstr>Wingdings</vt:lpstr>
      <vt:lpstr>Tema di Office</vt:lpstr>
      <vt:lpstr>Anomaly Detection DEMO</vt:lpstr>
      <vt:lpstr>Obbiettivo della demo</vt:lpstr>
      <vt:lpstr>Applicativo FTOptix</vt:lpstr>
      <vt:lpstr>IL Problema che vogliamo risolvere</vt:lpstr>
      <vt:lpstr>Architettura della demo</vt:lpstr>
      <vt:lpstr>Sequenza runtime e tempi di risposta</vt:lpstr>
      <vt:lpstr>Come ragiona il modello</vt:lpstr>
      <vt:lpstr>Addestramento e soglia decisionale</vt:lpstr>
      <vt:lpstr>Cosa mostra la demo quando genero un'anomalia</vt:lpstr>
      <vt:lpstr>Punti chiave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Elisa Zamarian</dc:creator>
  <cp:lastModifiedBy>MASSIMO VARIOLO</cp:lastModifiedBy>
  <cp:revision>46</cp:revision>
  <dcterms:created xsi:type="dcterms:W3CDTF">2021-10-05T15:10:12Z</dcterms:created>
  <dcterms:modified xsi:type="dcterms:W3CDTF">2026-04-15T12:55:28Z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14c1950-b3a8-4278-88f1-6df69d73b9d5_Enabled">
    <vt:lpwstr>true</vt:lpwstr>
  </property>
  <property fmtid="{D5CDD505-2E9C-101B-9397-08002B2CF9AE}" pid="3" name="MSIP_Label_e14c1950-b3a8-4278-88f1-6df69d73b9d5_SetDate">
    <vt:lpwstr>2025-08-08T13:57:06Z</vt:lpwstr>
  </property>
  <property fmtid="{D5CDD505-2E9C-101B-9397-08002B2CF9AE}" pid="4" name="MSIP_Label_e14c1950-b3a8-4278-88f1-6df69d73b9d5_Method">
    <vt:lpwstr>Privileged</vt:lpwstr>
  </property>
  <property fmtid="{D5CDD505-2E9C-101B-9397-08002B2CF9AE}" pid="5" name="MSIP_Label_e14c1950-b3a8-4278-88f1-6df69d73b9d5_Name">
    <vt:lpwstr>e14c1950-b3a8-4278-88f1-6df69d73b9d5</vt:lpwstr>
  </property>
  <property fmtid="{D5CDD505-2E9C-101B-9397-08002B2CF9AE}" pid="6" name="MSIP_Label_e14c1950-b3a8-4278-88f1-6df69d73b9d5_SiteId">
    <vt:lpwstr>855b093e-7340-45c7-9f0c-96150415893e</vt:lpwstr>
  </property>
  <property fmtid="{D5CDD505-2E9C-101B-9397-08002B2CF9AE}" pid="7" name="MSIP_Label_e14c1950-b3a8-4278-88f1-6df69d73b9d5_ActionId">
    <vt:lpwstr>47d76159-734f-4f15-aa3f-578b5bd2e929</vt:lpwstr>
  </property>
  <property fmtid="{D5CDD505-2E9C-101B-9397-08002B2CF9AE}" pid="8" name="MSIP_Label_e14c1950-b3a8-4278-88f1-6df69d73b9d5_ContentBits">
    <vt:lpwstr>0</vt:lpwstr>
  </property>
  <property fmtid="{D5CDD505-2E9C-101B-9397-08002B2CF9AE}" pid="9" name="MSIP_Label_e14c1950-b3a8-4278-88f1-6df69d73b9d5_Tag">
    <vt:lpwstr>10, 0, 1, 1</vt:lpwstr>
  </property>
  <property fmtid="{D5CDD505-2E9C-101B-9397-08002B2CF9AE}" pid="10" name="MediaServiceImageTags">
    <vt:lpwstr/>
  </property>
  <property fmtid="{D5CDD505-2E9C-101B-9397-08002B2CF9AE}" pid="11" name="ContentTypeId">
    <vt:lpwstr>0x0101007A9E2FAD474EE84F906F9C94E1BB34AE</vt:lpwstr>
  </property>
  <property fmtid="{D5CDD505-2E9C-101B-9397-08002B2CF9AE}" pid="12" name="ComplianceAssetId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